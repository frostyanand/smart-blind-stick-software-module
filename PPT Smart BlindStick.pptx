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sldIdLst>
    <p:sldId id="256" r:id="rId2"/>
    <p:sldId id="258" r:id="rId3"/>
    <p:sldId id="273" r:id="rId4"/>
    <p:sldId id="275" r:id="rId5"/>
    <p:sldId id="259" r:id="rId6"/>
    <p:sldId id="262" r:id="rId7"/>
    <p:sldId id="264" r:id="rId8"/>
    <p:sldId id="271" r:id="rId9"/>
    <p:sldId id="270" r:id="rId10"/>
    <p:sldId id="272" r:id="rId11"/>
    <p:sldId id="274"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BDF8D7-A2EF-43CA-BF00-7CA121B1543E}" v="16" dt="2024-09-18T16:09:44.1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76" d="100"/>
          <a:sy n="76" d="100"/>
        </p:scale>
        <p:origin x="62" y="1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Agrawal" userId="5b6e9b571eb1d0ee" providerId="LiveId" clId="{DFBDF8D7-A2EF-43CA-BF00-7CA121B1543E}"/>
    <pc:docChg chg="undo custSel addSld modSld">
      <pc:chgData name="Aditya Agrawal" userId="5b6e9b571eb1d0ee" providerId="LiveId" clId="{DFBDF8D7-A2EF-43CA-BF00-7CA121B1543E}" dt="2024-09-18T16:09:46.596" v="429" actId="14100"/>
      <pc:docMkLst>
        <pc:docMk/>
      </pc:docMkLst>
      <pc:sldChg chg="modSp mod">
        <pc:chgData name="Aditya Agrawal" userId="5b6e9b571eb1d0ee" providerId="LiveId" clId="{DFBDF8D7-A2EF-43CA-BF00-7CA121B1543E}" dt="2024-09-18T15:48:54.694" v="356" actId="20577"/>
        <pc:sldMkLst>
          <pc:docMk/>
          <pc:sldMk cId="4006767108" sldId="256"/>
        </pc:sldMkLst>
        <pc:spChg chg="mod">
          <ac:chgData name="Aditya Agrawal" userId="5b6e9b571eb1d0ee" providerId="LiveId" clId="{DFBDF8D7-A2EF-43CA-BF00-7CA121B1543E}" dt="2024-09-18T15:48:54.694" v="356" actId="20577"/>
          <ac:spMkLst>
            <pc:docMk/>
            <pc:sldMk cId="4006767108" sldId="256"/>
            <ac:spMk id="2" creationId="{FB0F6A9B-1992-4AEE-96CA-9A642998B081}"/>
          </ac:spMkLst>
        </pc:spChg>
      </pc:sldChg>
      <pc:sldChg chg="modSp mod">
        <pc:chgData name="Aditya Agrawal" userId="5b6e9b571eb1d0ee" providerId="LiveId" clId="{DFBDF8D7-A2EF-43CA-BF00-7CA121B1543E}" dt="2024-09-18T15:21:35.115" v="75" actId="123"/>
        <pc:sldMkLst>
          <pc:docMk/>
          <pc:sldMk cId="1484048007" sldId="258"/>
        </pc:sldMkLst>
        <pc:spChg chg="mod">
          <ac:chgData name="Aditya Agrawal" userId="5b6e9b571eb1d0ee" providerId="LiveId" clId="{DFBDF8D7-A2EF-43CA-BF00-7CA121B1543E}" dt="2024-09-18T15:21:09.784" v="72" actId="20577"/>
          <ac:spMkLst>
            <pc:docMk/>
            <pc:sldMk cId="1484048007" sldId="258"/>
            <ac:spMk id="2" creationId="{F58AF4AC-42F0-6ECF-8DCE-F1F89E2B4A42}"/>
          </ac:spMkLst>
        </pc:spChg>
        <pc:spChg chg="mod">
          <ac:chgData name="Aditya Agrawal" userId="5b6e9b571eb1d0ee" providerId="LiveId" clId="{DFBDF8D7-A2EF-43CA-BF00-7CA121B1543E}" dt="2024-09-18T15:21:35.115" v="75" actId="123"/>
          <ac:spMkLst>
            <pc:docMk/>
            <pc:sldMk cId="1484048007" sldId="258"/>
            <ac:spMk id="3" creationId="{4DB3BAE7-D3E8-B84E-BC9D-F73D0386279C}"/>
          </ac:spMkLst>
        </pc:spChg>
      </pc:sldChg>
      <pc:sldChg chg="modSp mod">
        <pc:chgData name="Aditya Agrawal" userId="5b6e9b571eb1d0ee" providerId="LiveId" clId="{DFBDF8D7-A2EF-43CA-BF00-7CA121B1543E}" dt="2024-09-18T15:43:05.175" v="273" actId="5793"/>
        <pc:sldMkLst>
          <pc:docMk/>
          <pc:sldMk cId="4226552254" sldId="259"/>
        </pc:sldMkLst>
        <pc:spChg chg="mod">
          <ac:chgData name="Aditya Agrawal" userId="5b6e9b571eb1d0ee" providerId="LiveId" clId="{DFBDF8D7-A2EF-43CA-BF00-7CA121B1543E}" dt="2024-09-18T15:36:06.432" v="143" actId="20577"/>
          <ac:spMkLst>
            <pc:docMk/>
            <pc:sldMk cId="4226552254" sldId="259"/>
            <ac:spMk id="2" creationId="{7AA1DC96-7045-646F-DF2C-175D8ACE7BB2}"/>
          </ac:spMkLst>
        </pc:spChg>
        <pc:spChg chg="mod">
          <ac:chgData name="Aditya Agrawal" userId="5b6e9b571eb1d0ee" providerId="LiveId" clId="{DFBDF8D7-A2EF-43CA-BF00-7CA121B1543E}" dt="2024-09-18T15:43:05.175" v="273" actId="5793"/>
          <ac:spMkLst>
            <pc:docMk/>
            <pc:sldMk cId="4226552254" sldId="259"/>
            <ac:spMk id="3" creationId="{3C5B8E36-8E29-F4AD-1D96-749BAEA5F5E4}"/>
          </ac:spMkLst>
        </pc:spChg>
      </pc:sldChg>
      <pc:sldChg chg="modSp">
        <pc:chgData name="Aditya Agrawal" userId="5b6e9b571eb1d0ee" providerId="LiveId" clId="{DFBDF8D7-A2EF-43CA-BF00-7CA121B1543E}" dt="2024-09-18T15:23:18.257" v="94"/>
        <pc:sldMkLst>
          <pc:docMk/>
          <pc:sldMk cId="1797489238" sldId="262"/>
        </pc:sldMkLst>
        <pc:spChg chg="mod">
          <ac:chgData name="Aditya Agrawal" userId="5b6e9b571eb1d0ee" providerId="LiveId" clId="{DFBDF8D7-A2EF-43CA-BF00-7CA121B1543E}" dt="2024-09-18T15:23:18.257" v="94"/>
          <ac:spMkLst>
            <pc:docMk/>
            <pc:sldMk cId="1797489238" sldId="262"/>
            <ac:spMk id="2" creationId="{3796AB61-9A9B-AAFA-0E66-42C1DC318273}"/>
          </ac:spMkLst>
        </pc:spChg>
        <pc:spChg chg="mod">
          <ac:chgData name="Aditya Agrawal" userId="5b6e9b571eb1d0ee" providerId="LiveId" clId="{DFBDF8D7-A2EF-43CA-BF00-7CA121B1543E}" dt="2024-09-18T15:23:18.257" v="94"/>
          <ac:spMkLst>
            <pc:docMk/>
            <pc:sldMk cId="1797489238" sldId="262"/>
            <ac:spMk id="3" creationId="{5C0C413E-F693-6571-0D23-0BA61377DB83}"/>
          </ac:spMkLst>
        </pc:spChg>
      </pc:sldChg>
      <pc:sldChg chg="modSp">
        <pc:chgData name="Aditya Agrawal" userId="5b6e9b571eb1d0ee" providerId="LiveId" clId="{DFBDF8D7-A2EF-43CA-BF00-7CA121B1543E}" dt="2024-09-18T15:23:18.257" v="94"/>
        <pc:sldMkLst>
          <pc:docMk/>
          <pc:sldMk cId="3798174790" sldId="264"/>
        </pc:sldMkLst>
        <pc:spChg chg="mod">
          <ac:chgData name="Aditya Agrawal" userId="5b6e9b571eb1d0ee" providerId="LiveId" clId="{DFBDF8D7-A2EF-43CA-BF00-7CA121B1543E}" dt="2024-09-18T15:23:18.257" v="94"/>
          <ac:spMkLst>
            <pc:docMk/>
            <pc:sldMk cId="3798174790" sldId="264"/>
            <ac:spMk id="2" creationId="{4E6729FF-1E47-5A44-53CB-1C767473A598}"/>
          </ac:spMkLst>
        </pc:spChg>
      </pc:sldChg>
      <pc:sldChg chg="modSp mod">
        <pc:chgData name="Aditya Agrawal" userId="5b6e9b571eb1d0ee" providerId="LiveId" clId="{DFBDF8D7-A2EF-43CA-BF00-7CA121B1543E}" dt="2024-09-18T15:48:10.022" v="355" actId="113"/>
        <pc:sldMkLst>
          <pc:docMk/>
          <pc:sldMk cId="1788618497" sldId="269"/>
        </pc:sldMkLst>
        <pc:spChg chg="mod">
          <ac:chgData name="Aditya Agrawal" userId="5b6e9b571eb1d0ee" providerId="LiveId" clId="{DFBDF8D7-A2EF-43CA-BF00-7CA121B1543E}" dt="2024-09-18T15:48:10.022" v="355" actId="113"/>
          <ac:spMkLst>
            <pc:docMk/>
            <pc:sldMk cId="1788618497" sldId="269"/>
            <ac:spMk id="2" creationId="{FD7B5E65-340D-3C26-6DAD-4A2989FDEF8C}"/>
          </ac:spMkLst>
        </pc:spChg>
      </pc:sldChg>
      <pc:sldChg chg="addSp delSp modSp mod">
        <pc:chgData name="Aditya Agrawal" userId="5b6e9b571eb1d0ee" providerId="LiveId" clId="{DFBDF8D7-A2EF-43CA-BF00-7CA121B1543E}" dt="2024-09-18T15:42:32.629" v="256" actId="962"/>
        <pc:sldMkLst>
          <pc:docMk/>
          <pc:sldMk cId="525570315" sldId="270"/>
        </pc:sldMkLst>
        <pc:spChg chg="mod">
          <ac:chgData name="Aditya Agrawal" userId="5b6e9b571eb1d0ee" providerId="LiveId" clId="{DFBDF8D7-A2EF-43CA-BF00-7CA121B1543E}" dt="2024-09-18T15:42:19.705" v="252" actId="26606"/>
          <ac:spMkLst>
            <pc:docMk/>
            <pc:sldMk cId="525570315" sldId="270"/>
            <ac:spMk id="2" creationId="{4E6729FF-1E47-5A44-53CB-1C767473A598}"/>
          </ac:spMkLst>
        </pc:spChg>
        <pc:spChg chg="mod">
          <ac:chgData name="Aditya Agrawal" userId="5b6e9b571eb1d0ee" providerId="LiveId" clId="{DFBDF8D7-A2EF-43CA-BF00-7CA121B1543E}" dt="2024-09-18T15:42:19.705" v="252" actId="26606"/>
          <ac:spMkLst>
            <pc:docMk/>
            <pc:sldMk cId="525570315" sldId="270"/>
            <ac:spMk id="3" creationId="{89F554D7-D5ED-5015-8A14-FC1D6AEB14DB}"/>
          </ac:spMkLst>
        </pc:spChg>
        <pc:spChg chg="add mod">
          <ac:chgData name="Aditya Agrawal" userId="5b6e9b571eb1d0ee" providerId="LiveId" clId="{DFBDF8D7-A2EF-43CA-BF00-7CA121B1543E}" dt="2024-09-18T15:42:19.705" v="252" actId="26606"/>
          <ac:spMkLst>
            <pc:docMk/>
            <pc:sldMk cId="525570315" sldId="270"/>
            <ac:spMk id="7" creationId="{8229D5F2-D537-5F24-2E50-FF4E5011A8B6}"/>
          </ac:spMkLst>
        </pc:spChg>
        <pc:spChg chg="add mod">
          <ac:chgData name="Aditya Agrawal" userId="5b6e9b571eb1d0ee" providerId="LiveId" clId="{DFBDF8D7-A2EF-43CA-BF00-7CA121B1543E}" dt="2024-09-18T15:42:19.705" v="252" actId="26606"/>
          <ac:spMkLst>
            <pc:docMk/>
            <pc:sldMk cId="525570315" sldId="270"/>
            <ac:spMk id="10" creationId="{F0B3EB32-EFBD-2187-3179-C31E9B25C057}"/>
          </ac:spMkLst>
        </pc:spChg>
        <pc:spChg chg="del">
          <ac:chgData name="Aditya Agrawal" userId="5b6e9b571eb1d0ee" providerId="LiveId" clId="{DFBDF8D7-A2EF-43CA-BF00-7CA121B1543E}" dt="2024-09-18T15:42:19.705" v="252" actId="26606"/>
          <ac:spMkLst>
            <pc:docMk/>
            <pc:sldMk cId="525570315" sldId="270"/>
            <ac:spMk id="22" creationId="{F3AF35CD-DA30-4E34-B0F3-32C27766DA05}"/>
          </ac:spMkLst>
        </pc:spChg>
        <pc:spChg chg="add">
          <ac:chgData name="Aditya Agrawal" userId="5b6e9b571eb1d0ee" providerId="LiveId" clId="{DFBDF8D7-A2EF-43CA-BF00-7CA121B1543E}" dt="2024-09-18T15:42:19.705" v="252" actId="26606"/>
          <ac:spMkLst>
            <pc:docMk/>
            <pc:sldMk cId="525570315" sldId="270"/>
            <ac:spMk id="31" creationId="{E009DD9B-5EE2-4C0D-8B2B-351C8C102205}"/>
          </ac:spMkLst>
        </pc:spChg>
        <pc:spChg chg="add">
          <ac:chgData name="Aditya Agrawal" userId="5b6e9b571eb1d0ee" providerId="LiveId" clId="{DFBDF8D7-A2EF-43CA-BF00-7CA121B1543E}" dt="2024-09-18T15:42:19.705" v="252" actId="26606"/>
          <ac:spMkLst>
            <pc:docMk/>
            <pc:sldMk cId="525570315" sldId="270"/>
            <ac:spMk id="33" creationId="{E720DB99-7745-4E75-9D96-AAB6D55C531E}"/>
          </ac:spMkLst>
        </pc:spChg>
        <pc:spChg chg="add">
          <ac:chgData name="Aditya Agrawal" userId="5b6e9b571eb1d0ee" providerId="LiveId" clId="{DFBDF8D7-A2EF-43CA-BF00-7CA121B1543E}" dt="2024-09-18T15:42:19.705" v="252" actId="26606"/>
          <ac:spMkLst>
            <pc:docMk/>
            <pc:sldMk cId="525570315" sldId="270"/>
            <ac:spMk id="35" creationId="{D68803C4-E159-4360-B7BB-74205C8F782D}"/>
          </ac:spMkLst>
        </pc:spChg>
        <pc:spChg chg="add">
          <ac:chgData name="Aditya Agrawal" userId="5b6e9b571eb1d0ee" providerId="LiveId" clId="{DFBDF8D7-A2EF-43CA-BF00-7CA121B1543E}" dt="2024-09-18T15:42:19.705" v="252" actId="26606"/>
          <ac:spMkLst>
            <pc:docMk/>
            <pc:sldMk cId="525570315" sldId="270"/>
            <ac:spMk id="37" creationId="{504B0465-3B07-49BF-BEA7-D81476246293}"/>
          </ac:spMkLst>
        </pc:spChg>
        <pc:spChg chg="add">
          <ac:chgData name="Aditya Agrawal" userId="5b6e9b571eb1d0ee" providerId="LiveId" clId="{DFBDF8D7-A2EF-43CA-BF00-7CA121B1543E}" dt="2024-09-18T15:42:19.705" v="252" actId="26606"/>
          <ac:spMkLst>
            <pc:docMk/>
            <pc:sldMk cId="525570315" sldId="270"/>
            <ac:spMk id="39" creationId="{49B7FFA5-14CB-4A4F-9BCC-CA3AA5D9D276}"/>
          </ac:spMkLst>
        </pc:spChg>
        <pc:spChg chg="add">
          <ac:chgData name="Aditya Agrawal" userId="5b6e9b571eb1d0ee" providerId="LiveId" clId="{DFBDF8D7-A2EF-43CA-BF00-7CA121B1543E}" dt="2024-09-18T15:42:19.705" v="252" actId="26606"/>
          <ac:spMkLst>
            <pc:docMk/>
            <pc:sldMk cId="525570315" sldId="270"/>
            <ac:spMk id="41" creationId="{04E48745-7512-4EC2-9E20-9092D12150CA}"/>
          </ac:spMkLst>
        </pc:spChg>
        <pc:grpChg chg="del">
          <ac:chgData name="Aditya Agrawal" userId="5b6e9b571eb1d0ee" providerId="LiveId" clId="{DFBDF8D7-A2EF-43CA-BF00-7CA121B1543E}" dt="2024-09-18T15:42:19.705" v="252" actId="26606"/>
          <ac:grpSpMkLst>
            <pc:docMk/>
            <pc:sldMk cId="525570315" sldId="270"/>
            <ac:grpSpMk id="24" creationId="{BCFC42DC-2C46-47C4-BC61-530557385DBD}"/>
          </ac:grpSpMkLst>
        </pc:grpChg>
        <pc:picChg chg="del">
          <ac:chgData name="Aditya Agrawal" userId="5b6e9b571eb1d0ee" providerId="LiveId" clId="{DFBDF8D7-A2EF-43CA-BF00-7CA121B1543E}" dt="2024-09-18T15:41:46.211" v="246" actId="478"/>
          <ac:picMkLst>
            <pc:docMk/>
            <pc:sldMk cId="525570315" sldId="270"/>
            <ac:picMk id="5" creationId="{C4122E4A-A80A-93DE-2546-6A984C9C4167}"/>
          </ac:picMkLst>
        </pc:picChg>
        <pc:picChg chg="add mod ord">
          <ac:chgData name="Aditya Agrawal" userId="5b6e9b571eb1d0ee" providerId="LiveId" clId="{DFBDF8D7-A2EF-43CA-BF00-7CA121B1543E}" dt="2024-09-18T15:42:32.629" v="256" actId="962"/>
          <ac:picMkLst>
            <pc:docMk/>
            <pc:sldMk cId="525570315" sldId="270"/>
            <ac:picMk id="6" creationId="{43E85AF6-9CDC-9033-3A10-D83C520079E5}"/>
          </ac:picMkLst>
        </pc:picChg>
        <pc:picChg chg="add mod ord">
          <ac:chgData name="Aditya Agrawal" userId="5b6e9b571eb1d0ee" providerId="LiveId" clId="{DFBDF8D7-A2EF-43CA-BF00-7CA121B1543E}" dt="2024-09-18T15:42:24.744" v="254" actId="962"/>
          <ac:picMkLst>
            <pc:docMk/>
            <pc:sldMk cId="525570315" sldId="270"/>
            <ac:picMk id="9" creationId="{26F5ECF9-2189-C668-3D1F-1B11B390B65A}"/>
          </ac:picMkLst>
        </pc:picChg>
      </pc:sldChg>
      <pc:sldChg chg="addSp delSp modSp mod setBg setClrOvrMap">
        <pc:chgData name="Aditya Agrawal" userId="5b6e9b571eb1d0ee" providerId="LiveId" clId="{DFBDF8D7-A2EF-43CA-BF00-7CA121B1543E}" dt="2024-09-18T15:40:35.690" v="223" actId="26606"/>
        <pc:sldMkLst>
          <pc:docMk/>
          <pc:sldMk cId="1390187193" sldId="271"/>
        </pc:sldMkLst>
        <pc:spChg chg="mod">
          <ac:chgData name="Aditya Agrawal" userId="5b6e9b571eb1d0ee" providerId="LiveId" clId="{DFBDF8D7-A2EF-43CA-BF00-7CA121B1543E}" dt="2024-09-18T15:40:35.690" v="223" actId="26606"/>
          <ac:spMkLst>
            <pc:docMk/>
            <pc:sldMk cId="1390187193" sldId="271"/>
            <ac:spMk id="2" creationId="{4E6729FF-1E47-5A44-53CB-1C767473A598}"/>
          </ac:spMkLst>
        </pc:spChg>
        <pc:spChg chg="mod">
          <ac:chgData name="Aditya Agrawal" userId="5b6e9b571eb1d0ee" providerId="LiveId" clId="{DFBDF8D7-A2EF-43CA-BF00-7CA121B1543E}" dt="2024-09-18T15:40:35.690" v="223" actId="26606"/>
          <ac:spMkLst>
            <pc:docMk/>
            <pc:sldMk cId="1390187193" sldId="271"/>
            <ac:spMk id="3" creationId="{89F554D7-D5ED-5015-8A14-FC1D6AEB14DB}"/>
          </ac:spMkLst>
        </pc:spChg>
        <pc:spChg chg="add mod">
          <ac:chgData name="Aditya Agrawal" userId="5b6e9b571eb1d0ee" providerId="LiveId" clId="{DFBDF8D7-A2EF-43CA-BF00-7CA121B1543E}" dt="2024-09-18T15:40:05.016" v="222" actId="26606"/>
          <ac:spMkLst>
            <pc:docMk/>
            <pc:sldMk cId="1390187193" sldId="271"/>
            <ac:spMk id="7" creationId="{FC7154FE-D513-6F32-5AFB-C9B37C0DABF4}"/>
          </ac:spMkLst>
        </pc:spChg>
        <pc:spChg chg="del">
          <ac:chgData name="Aditya Agrawal" userId="5b6e9b571eb1d0ee" providerId="LiveId" clId="{DFBDF8D7-A2EF-43CA-BF00-7CA121B1543E}" dt="2024-09-18T15:40:05.016" v="222" actId="26606"/>
          <ac:spMkLst>
            <pc:docMk/>
            <pc:sldMk cId="1390187193" sldId="271"/>
            <ac:spMk id="46" creationId="{E009DD9B-5EE2-4C0D-8B2B-351C8C102205}"/>
          </ac:spMkLst>
        </pc:spChg>
        <pc:spChg chg="del">
          <ac:chgData name="Aditya Agrawal" userId="5b6e9b571eb1d0ee" providerId="LiveId" clId="{DFBDF8D7-A2EF-43CA-BF00-7CA121B1543E}" dt="2024-09-18T15:40:05.016" v="222" actId="26606"/>
          <ac:spMkLst>
            <pc:docMk/>
            <pc:sldMk cId="1390187193" sldId="271"/>
            <ac:spMk id="48" creationId="{E720DB99-7745-4E75-9D96-AAB6D55C531E}"/>
          </ac:spMkLst>
        </pc:spChg>
        <pc:spChg chg="del">
          <ac:chgData name="Aditya Agrawal" userId="5b6e9b571eb1d0ee" providerId="LiveId" clId="{DFBDF8D7-A2EF-43CA-BF00-7CA121B1543E}" dt="2024-09-18T15:40:05.016" v="222" actId="26606"/>
          <ac:spMkLst>
            <pc:docMk/>
            <pc:sldMk cId="1390187193" sldId="271"/>
            <ac:spMk id="50" creationId="{D68803C4-E159-4360-B7BB-74205C8F782D}"/>
          </ac:spMkLst>
        </pc:spChg>
        <pc:spChg chg="del">
          <ac:chgData name="Aditya Agrawal" userId="5b6e9b571eb1d0ee" providerId="LiveId" clId="{DFBDF8D7-A2EF-43CA-BF00-7CA121B1543E}" dt="2024-09-18T15:40:05.016" v="222" actId="26606"/>
          <ac:spMkLst>
            <pc:docMk/>
            <pc:sldMk cId="1390187193" sldId="271"/>
            <ac:spMk id="52" creationId="{504B0465-3B07-49BF-BEA7-D81476246293}"/>
          </ac:spMkLst>
        </pc:spChg>
        <pc:spChg chg="del">
          <ac:chgData name="Aditya Agrawal" userId="5b6e9b571eb1d0ee" providerId="LiveId" clId="{DFBDF8D7-A2EF-43CA-BF00-7CA121B1543E}" dt="2024-09-18T15:40:05.016" v="222" actId="26606"/>
          <ac:spMkLst>
            <pc:docMk/>
            <pc:sldMk cId="1390187193" sldId="271"/>
            <ac:spMk id="54" creationId="{49B7FFA5-14CB-4A4F-9BCC-CA3AA5D9D276}"/>
          </ac:spMkLst>
        </pc:spChg>
        <pc:spChg chg="del">
          <ac:chgData name="Aditya Agrawal" userId="5b6e9b571eb1d0ee" providerId="LiveId" clId="{DFBDF8D7-A2EF-43CA-BF00-7CA121B1543E}" dt="2024-09-18T15:40:05.016" v="222" actId="26606"/>
          <ac:spMkLst>
            <pc:docMk/>
            <pc:sldMk cId="1390187193" sldId="271"/>
            <ac:spMk id="56" creationId="{04E48745-7512-4EC2-9E20-9092D12150CA}"/>
          </ac:spMkLst>
        </pc:spChg>
        <pc:spChg chg="add del">
          <ac:chgData name="Aditya Agrawal" userId="5b6e9b571eb1d0ee" providerId="LiveId" clId="{DFBDF8D7-A2EF-43CA-BF00-7CA121B1543E}" dt="2024-09-18T15:40:35.690" v="223" actId="26606"/>
          <ac:spMkLst>
            <pc:docMk/>
            <pc:sldMk cId="1390187193" sldId="271"/>
            <ac:spMk id="61" creationId="{E009DD9B-5EE2-4C0D-8B2B-351C8C102205}"/>
          </ac:spMkLst>
        </pc:spChg>
        <pc:spChg chg="add del">
          <ac:chgData name="Aditya Agrawal" userId="5b6e9b571eb1d0ee" providerId="LiveId" clId="{DFBDF8D7-A2EF-43CA-BF00-7CA121B1543E}" dt="2024-09-18T15:40:35.690" v="223" actId="26606"/>
          <ac:spMkLst>
            <pc:docMk/>
            <pc:sldMk cId="1390187193" sldId="271"/>
            <ac:spMk id="63" creationId="{E720DB99-7745-4E75-9D96-AAB6D55C531E}"/>
          </ac:spMkLst>
        </pc:spChg>
        <pc:spChg chg="add del">
          <ac:chgData name="Aditya Agrawal" userId="5b6e9b571eb1d0ee" providerId="LiveId" clId="{DFBDF8D7-A2EF-43CA-BF00-7CA121B1543E}" dt="2024-09-18T15:40:35.690" v="223" actId="26606"/>
          <ac:spMkLst>
            <pc:docMk/>
            <pc:sldMk cId="1390187193" sldId="271"/>
            <ac:spMk id="65" creationId="{D68803C4-E159-4360-B7BB-74205C8F782D}"/>
          </ac:spMkLst>
        </pc:spChg>
        <pc:spChg chg="add del">
          <ac:chgData name="Aditya Agrawal" userId="5b6e9b571eb1d0ee" providerId="LiveId" clId="{DFBDF8D7-A2EF-43CA-BF00-7CA121B1543E}" dt="2024-09-18T15:40:35.690" v="223" actId="26606"/>
          <ac:spMkLst>
            <pc:docMk/>
            <pc:sldMk cId="1390187193" sldId="271"/>
            <ac:spMk id="67" creationId="{504B0465-3B07-49BF-BEA7-D81476246293}"/>
          </ac:spMkLst>
        </pc:spChg>
        <pc:spChg chg="add del">
          <ac:chgData name="Aditya Agrawal" userId="5b6e9b571eb1d0ee" providerId="LiveId" clId="{DFBDF8D7-A2EF-43CA-BF00-7CA121B1543E}" dt="2024-09-18T15:40:35.690" v="223" actId="26606"/>
          <ac:spMkLst>
            <pc:docMk/>
            <pc:sldMk cId="1390187193" sldId="271"/>
            <ac:spMk id="69" creationId="{49B7FFA5-14CB-4A4F-9BCC-CA3AA5D9D276}"/>
          </ac:spMkLst>
        </pc:spChg>
        <pc:spChg chg="add del">
          <ac:chgData name="Aditya Agrawal" userId="5b6e9b571eb1d0ee" providerId="LiveId" clId="{DFBDF8D7-A2EF-43CA-BF00-7CA121B1543E}" dt="2024-09-18T15:40:35.690" v="223" actId="26606"/>
          <ac:spMkLst>
            <pc:docMk/>
            <pc:sldMk cId="1390187193" sldId="271"/>
            <ac:spMk id="71" creationId="{04E48745-7512-4EC2-9E20-9092D12150CA}"/>
          </ac:spMkLst>
        </pc:spChg>
        <pc:spChg chg="add">
          <ac:chgData name="Aditya Agrawal" userId="5b6e9b571eb1d0ee" providerId="LiveId" clId="{DFBDF8D7-A2EF-43CA-BF00-7CA121B1543E}" dt="2024-09-18T15:40:35.690" v="223" actId="26606"/>
          <ac:spMkLst>
            <pc:docMk/>
            <pc:sldMk cId="1390187193" sldId="271"/>
            <ac:spMk id="76" creationId="{2A0E4E09-FC02-4ADC-951A-3FFA90B6FE39}"/>
          </ac:spMkLst>
        </pc:spChg>
        <pc:spChg chg="add">
          <ac:chgData name="Aditya Agrawal" userId="5b6e9b571eb1d0ee" providerId="LiveId" clId="{DFBDF8D7-A2EF-43CA-BF00-7CA121B1543E}" dt="2024-09-18T15:40:35.690" v="223" actId="26606"/>
          <ac:spMkLst>
            <pc:docMk/>
            <pc:sldMk cId="1390187193" sldId="271"/>
            <ac:spMk id="78" creationId="{9453FF84-60C1-4EA8-B49B-1B8C2D0C589F}"/>
          </ac:spMkLst>
        </pc:spChg>
        <pc:picChg chg="del mod">
          <ac:chgData name="Aditya Agrawal" userId="5b6e9b571eb1d0ee" providerId="LiveId" clId="{DFBDF8D7-A2EF-43CA-BF00-7CA121B1543E}" dt="2024-09-18T15:39:57.464" v="220" actId="478"/>
          <ac:picMkLst>
            <pc:docMk/>
            <pc:sldMk cId="1390187193" sldId="271"/>
            <ac:picMk id="5" creationId="{C8ADA4AB-FCAE-C2B0-9C7C-8EED7E915F7F}"/>
          </ac:picMkLst>
        </pc:picChg>
        <pc:picChg chg="add mod ord">
          <ac:chgData name="Aditya Agrawal" userId="5b6e9b571eb1d0ee" providerId="LiveId" clId="{DFBDF8D7-A2EF-43CA-BF00-7CA121B1543E}" dt="2024-09-18T15:40:35.690" v="223" actId="26606"/>
          <ac:picMkLst>
            <pc:docMk/>
            <pc:sldMk cId="1390187193" sldId="271"/>
            <ac:picMk id="6" creationId="{CD565362-F0FE-86A8-09BF-561FD091DCD5}"/>
          </ac:picMkLst>
        </pc:picChg>
      </pc:sldChg>
      <pc:sldChg chg="addSp delSp modSp mod">
        <pc:chgData name="Aditya Agrawal" userId="5b6e9b571eb1d0ee" providerId="LiveId" clId="{DFBDF8D7-A2EF-43CA-BF00-7CA121B1543E}" dt="2024-09-18T15:45:35.241" v="306" actId="26606"/>
        <pc:sldMkLst>
          <pc:docMk/>
          <pc:sldMk cId="2971292689" sldId="272"/>
        </pc:sldMkLst>
        <pc:spChg chg="mod">
          <ac:chgData name="Aditya Agrawal" userId="5b6e9b571eb1d0ee" providerId="LiveId" clId="{DFBDF8D7-A2EF-43CA-BF00-7CA121B1543E}" dt="2024-09-18T15:45:35.241" v="306" actId="26606"/>
          <ac:spMkLst>
            <pc:docMk/>
            <pc:sldMk cId="2971292689" sldId="272"/>
            <ac:spMk id="2" creationId="{4E6729FF-1E47-5A44-53CB-1C767473A598}"/>
          </ac:spMkLst>
        </pc:spChg>
        <pc:spChg chg="mod ord">
          <ac:chgData name="Aditya Agrawal" userId="5b6e9b571eb1d0ee" providerId="LiveId" clId="{DFBDF8D7-A2EF-43CA-BF00-7CA121B1543E}" dt="2024-09-18T15:45:35.241" v="306" actId="26606"/>
          <ac:spMkLst>
            <pc:docMk/>
            <pc:sldMk cId="2971292689" sldId="272"/>
            <ac:spMk id="3" creationId="{89F554D7-D5ED-5015-8A14-FC1D6AEB14DB}"/>
          </ac:spMkLst>
        </pc:spChg>
        <pc:spChg chg="add del">
          <ac:chgData name="Aditya Agrawal" userId="5b6e9b571eb1d0ee" providerId="LiveId" clId="{DFBDF8D7-A2EF-43CA-BF00-7CA121B1543E}" dt="2024-09-18T15:44:54.284" v="299" actId="26606"/>
          <ac:spMkLst>
            <pc:docMk/>
            <pc:sldMk cId="2971292689" sldId="272"/>
            <ac:spMk id="31" creationId="{D8AFD15B-CF29-4306-884F-47675092F91F}"/>
          </ac:spMkLst>
        </pc:spChg>
        <pc:spChg chg="add del">
          <ac:chgData name="Aditya Agrawal" userId="5b6e9b571eb1d0ee" providerId="LiveId" clId="{DFBDF8D7-A2EF-43CA-BF00-7CA121B1543E}" dt="2024-09-18T15:44:54.284" v="299" actId="26606"/>
          <ac:spMkLst>
            <pc:docMk/>
            <pc:sldMk cId="2971292689" sldId="272"/>
            <ac:spMk id="33" creationId="{96349AB3-1BD3-41E1-8979-1DBDCB5CDCF9}"/>
          </ac:spMkLst>
        </pc:spChg>
        <pc:spChg chg="add del">
          <ac:chgData name="Aditya Agrawal" userId="5b6e9b571eb1d0ee" providerId="LiveId" clId="{DFBDF8D7-A2EF-43CA-BF00-7CA121B1543E}" dt="2024-09-18T15:44:54.257" v="298" actId="26606"/>
          <ac:spMkLst>
            <pc:docMk/>
            <pc:sldMk cId="2971292689" sldId="272"/>
            <ac:spMk id="42" creationId="{CAC6F186-990E-4A9E-9C75-88580953E2D2}"/>
          </ac:spMkLst>
        </pc:spChg>
        <pc:spChg chg="add del">
          <ac:chgData name="Aditya Agrawal" userId="5b6e9b571eb1d0ee" providerId="LiveId" clId="{DFBDF8D7-A2EF-43CA-BF00-7CA121B1543E}" dt="2024-09-18T15:45:35.241" v="306" actId="26606"/>
          <ac:spMkLst>
            <pc:docMk/>
            <pc:sldMk cId="2971292689" sldId="272"/>
            <ac:spMk id="44" creationId="{E720DB99-7745-4E75-9D96-AAB6D55C531E}"/>
          </ac:spMkLst>
        </pc:spChg>
        <pc:spChg chg="add del">
          <ac:chgData name="Aditya Agrawal" userId="5b6e9b571eb1d0ee" providerId="LiveId" clId="{DFBDF8D7-A2EF-43CA-BF00-7CA121B1543E}" dt="2024-09-18T15:45:35.241" v="306" actId="26606"/>
          <ac:spMkLst>
            <pc:docMk/>
            <pc:sldMk cId="2971292689" sldId="272"/>
            <ac:spMk id="45" creationId="{E009DD9B-5EE2-4C0D-8B2B-351C8C102205}"/>
          </ac:spMkLst>
        </pc:spChg>
        <pc:spChg chg="add del">
          <ac:chgData name="Aditya Agrawal" userId="5b6e9b571eb1d0ee" providerId="LiveId" clId="{DFBDF8D7-A2EF-43CA-BF00-7CA121B1543E}" dt="2024-09-18T15:45:35.241" v="306" actId="26606"/>
          <ac:spMkLst>
            <pc:docMk/>
            <pc:sldMk cId="2971292689" sldId="272"/>
            <ac:spMk id="46" creationId="{D68803C4-E159-4360-B7BB-74205C8F782D}"/>
          </ac:spMkLst>
        </pc:spChg>
        <pc:spChg chg="add del">
          <ac:chgData name="Aditya Agrawal" userId="5b6e9b571eb1d0ee" providerId="LiveId" clId="{DFBDF8D7-A2EF-43CA-BF00-7CA121B1543E}" dt="2024-09-18T15:45:35.241" v="306" actId="26606"/>
          <ac:spMkLst>
            <pc:docMk/>
            <pc:sldMk cId="2971292689" sldId="272"/>
            <ac:spMk id="48" creationId="{504B0465-3B07-49BF-BEA7-D81476246293}"/>
          </ac:spMkLst>
        </pc:spChg>
        <pc:spChg chg="add del">
          <ac:chgData name="Aditya Agrawal" userId="5b6e9b571eb1d0ee" providerId="LiveId" clId="{DFBDF8D7-A2EF-43CA-BF00-7CA121B1543E}" dt="2024-09-18T15:45:35.241" v="306" actId="26606"/>
          <ac:spMkLst>
            <pc:docMk/>
            <pc:sldMk cId="2971292689" sldId="272"/>
            <ac:spMk id="50" creationId="{49B7FFA5-14CB-4A4F-9BCC-CA3AA5D9D276}"/>
          </ac:spMkLst>
        </pc:spChg>
        <pc:spChg chg="add del">
          <ac:chgData name="Aditya Agrawal" userId="5b6e9b571eb1d0ee" providerId="LiveId" clId="{DFBDF8D7-A2EF-43CA-BF00-7CA121B1543E}" dt="2024-09-18T15:45:35.241" v="306" actId="26606"/>
          <ac:spMkLst>
            <pc:docMk/>
            <pc:sldMk cId="2971292689" sldId="272"/>
            <ac:spMk id="52" creationId="{04E48745-7512-4EC2-9E20-9092D12150CA}"/>
          </ac:spMkLst>
        </pc:spChg>
        <pc:spChg chg="add del">
          <ac:chgData name="Aditya Agrawal" userId="5b6e9b571eb1d0ee" providerId="LiveId" clId="{DFBDF8D7-A2EF-43CA-BF00-7CA121B1543E}" dt="2024-09-18T15:45:23.894" v="301" actId="26606"/>
          <ac:spMkLst>
            <pc:docMk/>
            <pc:sldMk cId="2971292689" sldId="272"/>
            <ac:spMk id="57" creationId="{E009DD9B-5EE2-4C0D-8B2B-351C8C102205}"/>
          </ac:spMkLst>
        </pc:spChg>
        <pc:spChg chg="add del">
          <ac:chgData name="Aditya Agrawal" userId="5b6e9b571eb1d0ee" providerId="LiveId" clId="{DFBDF8D7-A2EF-43CA-BF00-7CA121B1543E}" dt="2024-09-18T15:45:23.894" v="301" actId="26606"/>
          <ac:spMkLst>
            <pc:docMk/>
            <pc:sldMk cId="2971292689" sldId="272"/>
            <ac:spMk id="59" creationId="{E720DB99-7745-4E75-9D96-AAB6D55C531E}"/>
          </ac:spMkLst>
        </pc:spChg>
        <pc:spChg chg="add del">
          <ac:chgData name="Aditya Agrawal" userId="5b6e9b571eb1d0ee" providerId="LiveId" clId="{DFBDF8D7-A2EF-43CA-BF00-7CA121B1543E}" dt="2024-09-18T15:45:23.894" v="301" actId="26606"/>
          <ac:spMkLst>
            <pc:docMk/>
            <pc:sldMk cId="2971292689" sldId="272"/>
            <ac:spMk id="61" creationId="{D68803C4-E159-4360-B7BB-74205C8F782D}"/>
          </ac:spMkLst>
        </pc:spChg>
        <pc:spChg chg="add del">
          <ac:chgData name="Aditya Agrawal" userId="5b6e9b571eb1d0ee" providerId="LiveId" clId="{DFBDF8D7-A2EF-43CA-BF00-7CA121B1543E}" dt="2024-09-18T15:45:23.894" v="301" actId="26606"/>
          <ac:spMkLst>
            <pc:docMk/>
            <pc:sldMk cId="2971292689" sldId="272"/>
            <ac:spMk id="63" creationId="{504B0465-3B07-49BF-BEA7-D81476246293}"/>
          </ac:spMkLst>
        </pc:spChg>
        <pc:spChg chg="add del">
          <ac:chgData name="Aditya Agrawal" userId="5b6e9b571eb1d0ee" providerId="LiveId" clId="{DFBDF8D7-A2EF-43CA-BF00-7CA121B1543E}" dt="2024-09-18T15:45:23.894" v="301" actId="26606"/>
          <ac:spMkLst>
            <pc:docMk/>
            <pc:sldMk cId="2971292689" sldId="272"/>
            <ac:spMk id="65" creationId="{49B7FFA5-14CB-4A4F-9BCC-CA3AA5D9D276}"/>
          </ac:spMkLst>
        </pc:spChg>
        <pc:spChg chg="add del">
          <ac:chgData name="Aditya Agrawal" userId="5b6e9b571eb1d0ee" providerId="LiveId" clId="{DFBDF8D7-A2EF-43CA-BF00-7CA121B1543E}" dt="2024-09-18T15:45:23.894" v="301" actId="26606"/>
          <ac:spMkLst>
            <pc:docMk/>
            <pc:sldMk cId="2971292689" sldId="272"/>
            <ac:spMk id="67" creationId="{04E48745-7512-4EC2-9E20-9092D12150CA}"/>
          </ac:spMkLst>
        </pc:spChg>
        <pc:spChg chg="add del">
          <ac:chgData name="Aditya Agrawal" userId="5b6e9b571eb1d0ee" providerId="LiveId" clId="{DFBDF8D7-A2EF-43CA-BF00-7CA121B1543E}" dt="2024-09-18T15:45:27.194" v="303" actId="26606"/>
          <ac:spMkLst>
            <pc:docMk/>
            <pc:sldMk cId="2971292689" sldId="272"/>
            <ac:spMk id="69" creationId="{D8AFD15B-CF29-4306-884F-47675092F91F}"/>
          </ac:spMkLst>
        </pc:spChg>
        <pc:spChg chg="add del">
          <ac:chgData name="Aditya Agrawal" userId="5b6e9b571eb1d0ee" providerId="LiveId" clId="{DFBDF8D7-A2EF-43CA-BF00-7CA121B1543E}" dt="2024-09-18T15:45:27.194" v="303" actId="26606"/>
          <ac:spMkLst>
            <pc:docMk/>
            <pc:sldMk cId="2971292689" sldId="272"/>
            <ac:spMk id="70" creationId="{7EC0D68F-F813-4414-800D-F8D4F0AB80BD}"/>
          </ac:spMkLst>
        </pc:spChg>
        <pc:spChg chg="add del">
          <ac:chgData name="Aditya Agrawal" userId="5b6e9b571eb1d0ee" providerId="LiveId" clId="{DFBDF8D7-A2EF-43CA-BF00-7CA121B1543E}" dt="2024-09-18T15:45:35.228" v="305" actId="26606"/>
          <ac:spMkLst>
            <pc:docMk/>
            <pc:sldMk cId="2971292689" sldId="272"/>
            <ac:spMk id="74" creationId="{9A548D01-86BC-4A04-9A19-23363A0A5FE2}"/>
          </ac:spMkLst>
        </pc:spChg>
        <pc:spChg chg="add del">
          <ac:chgData name="Aditya Agrawal" userId="5b6e9b571eb1d0ee" providerId="LiveId" clId="{DFBDF8D7-A2EF-43CA-BF00-7CA121B1543E}" dt="2024-09-18T15:45:35.228" v="305" actId="26606"/>
          <ac:spMkLst>
            <pc:docMk/>
            <pc:sldMk cId="2971292689" sldId="272"/>
            <ac:spMk id="75" creationId="{4D53C06F-02C4-42B7-AAB4-056E8ECC692C}"/>
          </ac:spMkLst>
        </pc:spChg>
        <pc:spChg chg="add">
          <ac:chgData name="Aditya Agrawal" userId="5b6e9b571eb1d0ee" providerId="LiveId" clId="{DFBDF8D7-A2EF-43CA-BF00-7CA121B1543E}" dt="2024-09-18T15:45:35.241" v="306" actId="26606"/>
          <ac:spMkLst>
            <pc:docMk/>
            <pc:sldMk cId="2971292689" sldId="272"/>
            <ac:spMk id="80" creationId="{1C7FF924-8DA0-4BE9-8C7E-095B0EC13A44}"/>
          </ac:spMkLst>
        </pc:spChg>
        <pc:grpChg chg="add del">
          <ac:chgData name="Aditya Agrawal" userId="5b6e9b571eb1d0ee" providerId="LiveId" clId="{DFBDF8D7-A2EF-43CA-BF00-7CA121B1543E}" dt="2024-09-18T15:44:54.284" v="299" actId="26606"/>
          <ac:grpSpMkLst>
            <pc:docMk/>
            <pc:sldMk cId="2971292689" sldId="272"/>
            <ac:grpSpMk id="35" creationId="{54CA915D-BDF0-41F8-B00E-FB186EFF7BD6}"/>
          </ac:grpSpMkLst>
        </pc:grpChg>
        <pc:grpChg chg="add del">
          <ac:chgData name="Aditya Agrawal" userId="5b6e9b571eb1d0ee" providerId="LiveId" clId="{DFBDF8D7-A2EF-43CA-BF00-7CA121B1543E}" dt="2024-09-18T15:45:27.194" v="303" actId="26606"/>
          <ac:grpSpMkLst>
            <pc:docMk/>
            <pc:sldMk cId="2971292689" sldId="272"/>
            <ac:grpSpMk id="71" creationId="{54CA915D-BDF0-41F8-B00E-FB186EFF7BD6}"/>
          </ac:grpSpMkLst>
        </pc:grpChg>
        <pc:grpChg chg="add del">
          <ac:chgData name="Aditya Agrawal" userId="5b6e9b571eb1d0ee" providerId="LiveId" clId="{DFBDF8D7-A2EF-43CA-BF00-7CA121B1543E}" dt="2024-09-18T15:45:35.228" v="305" actId="26606"/>
          <ac:grpSpMkLst>
            <pc:docMk/>
            <pc:sldMk cId="2971292689" sldId="272"/>
            <ac:grpSpMk id="76" creationId="{F0B2D325-F52B-42D3-B95B-0B567E1B2174}"/>
          </ac:grpSpMkLst>
        </pc:grpChg>
        <pc:grpChg chg="add">
          <ac:chgData name="Aditya Agrawal" userId="5b6e9b571eb1d0ee" providerId="LiveId" clId="{DFBDF8D7-A2EF-43CA-BF00-7CA121B1543E}" dt="2024-09-18T15:45:35.241" v="306" actId="26606"/>
          <ac:grpSpMkLst>
            <pc:docMk/>
            <pc:sldMk cId="2971292689" sldId="272"/>
            <ac:grpSpMk id="81" creationId="{5029B4A8-2CF0-48DC-B29E-F3B62EDDC445}"/>
          </ac:grpSpMkLst>
        </pc:grpChg>
        <pc:picChg chg="add mod ord">
          <ac:chgData name="Aditya Agrawal" userId="5b6e9b571eb1d0ee" providerId="LiveId" clId="{DFBDF8D7-A2EF-43CA-BF00-7CA121B1543E}" dt="2024-09-18T15:45:35.241" v="306" actId="26606"/>
          <ac:picMkLst>
            <pc:docMk/>
            <pc:sldMk cId="2971292689" sldId="272"/>
            <ac:picMk id="5" creationId="{793C8BBF-4CB9-A048-AEC6-6886FC3994E6}"/>
          </ac:picMkLst>
        </pc:picChg>
        <pc:picChg chg="del">
          <ac:chgData name="Aditya Agrawal" userId="5b6e9b571eb1d0ee" providerId="LiveId" clId="{DFBDF8D7-A2EF-43CA-BF00-7CA121B1543E}" dt="2024-09-18T15:43:41.654" v="293" actId="478"/>
          <ac:picMkLst>
            <pc:docMk/>
            <pc:sldMk cId="2971292689" sldId="272"/>
            <ac:picMk id="6" creationId="{AB4819B0-B10B-1FE4-88C7-87380D6F6841}"/>
          </ac:picMkLst>
        </pc:picChg>
      </pc:sldChg>
      <pc:sldChg chg="addSp delSp modSp add mod">
        <pc:chgData name="Aditya Agrawal" userId="5b6e9b571eb1d0ee" providerId="LiveId" clId="{DFBDF8D7-A2EF-43CA-BF00-7CA121B1543E}" dt="2024-09-18T15:26:24.084" v="130" actId="14100"/>
        <pc:sldMkLst>
          <pc:docMk/>
          <pc:sldMk cId="3574790867" sldId="273"/>
        </pc:sldMkLst>
        <pc:spChg chg="mod">
          <ac:chgData name="Aditya Agrawal" userId="5b6e9b571eb1d0ee" providerId="LiveId" clId="{DFBDF8D7-A2EF-43CA-BF00-7CA121B1543E}" dt="2024-09-18T15:25:44.234" v="123" actId="26606"/>
          <ac:spMkLst>
            <pc:docMk/>
            <pc:sldMk cId="3574790867" sldId="273"/>
            <ac:spMk id="2" creationId="{F58AF4AC-42F0-6ECF-8DCE-F1F89E2B4A42}"/>
          </ac:spMkLst>
        </pc:spChg>
        <pc:spChg chg="mod">
          <ac:chgData name="Aditya Agrawal" userId="5b6e9b571eb1d0ee" providerId="LiveId" clId="{DFBDF8D7-A2EF-43CA-BF00-7CA121B1543E}" dt="2024-09-18T15:26:24.084" v="130" actId="14100"/>
          <ac:spMkLst>
            <pc:docMk/>
            <pc:sldMk cId="3574790867" sldId="273"/>
            <ac:spMk id="3" creationId="{4DB3BAE7-D3E8-B84E-BC9D-F73D0386279C}"/>
          </ac:spMkLst>
        </pc:spChg>
        <pc:spChg chg="add mod">
          <ac:chgData name="Aditya Agrawal" userId="5b6e9b571eb1d0ee" providerId="LiveId" clId="{DFBDF8D7-A2EF-43CA-BF00-7CA121B1543E}" dt="2024-09-18T15:25:44.234" v="123" actId="26606"/>
          <ac:spMkLst>
            <pc:docMk/>
            <pc:sldMk cId="3574790867" sldId="273"/>
            <ac:spMk id="7" creationId="{D5101C35-50EF-7DFC-36E0-EE432D5B2CD6}"/>
          </ac:spMkLst>
        </pc:spChg>
        <pc:spChg chg="del">
          <ac:chgData name="Aditya Agrawal" userId="5b6e9b571eb1d0ee" providerId="LiveId" clId="{DFBDF8D7-A2EF-43CA-BF00-7CA121B1543E}" dt="2024-09-18T15:25:44.234" v="123" actId="26606"/>
          <ac:spMkLst>
            <pc:docMk/>
            <pc:sldMk cId="3574790867" sldId="273"/>
            <ac:spMk id="9" creationId="{D8AFD15B-CF29-4306-884F-47675092F91F}"/>
          </ac:spMkLst>
        </pc:spChg>
        <pc:spChg chg="del">
          <ac:chgData name="Aditya Agrawal" userId="5b6e9b571eb1d0ee" providerId="LiveId" clId="{DFBDF8D7-A2EF-43CA-BF00-7CA121B1543E}" dt="2024-09-18T15:25:44.234" v="123" actId="26606"/>
          <ac:spMkLst>
            <pc:docMk/>
            <pc:sldMk cId="3574790867" sldId="273"/>
            <ac:spMk id="11" creationId="{96349AB3-1BD3-41E1-8979-1DBDCB5CDCF9}"/>
          </ac:spMkLst>
        </pc:spChg>
        <pc:spChg chg="add">
          <ac:chgData name="Aditya Agrawal" userId="5b6e9b571eb1d0ee" providerId="LiveId" clId="{DFBDF8D7-A2EF-43CA-BF00-7CA121B1543E}" dt="2024-09-18T15:25:44.234" v="123" actId="26606"/>
          <ac:spMkLst>
            <pc:docMk/>
            <pc:sldMk cId="3574790867" sldId="273"/>
            <ac:spMk id="20" creationId="{484E34F7-E155-426C-A88E-8AEA6CF3F7EC}"/>
          </ac:spMkLst>
        </pc:spChg>
        <pc:grpChg chg="del">
          <ac:chgData name="Aditya Agrawal" userId="5b6e9b571eb1d0ee" providerId="LiveId" clId="{DFBDF8D7-A2EF-43CA-BF00-7CA121B1543E}" dt="2024-09-18T15:25:44.234" v="123" actId="26606"/>
          <ac:grpSpMkLst>
            <pc:docMk/>
            <pc:sldMk cId="3574790867" sldId="273"/>
            <ac:grpSpMk id="13" creationId="{54CA915D-BDF0-41F8-B00E-FB186EFF7BD6}"/>
          </ac:grpSpMkLst>
        </pc:grpChg>
        <pc:picChg chg="del mod">
          <ac:chgData name="Aditya Agrawal" userId="5b6e9b571eb1d0ee" providerId="LiveId" clId="{DFBDF8D7-A2EF-43CA-BF00-7CA121B1543E}" dt="2024-09-18T15:25:33.363" v="122" actId="478"/>
          <ac:picMkLst>
            <pc:docMk/>
            <pc:sldMk cId="3574790867" sldId="273"/>
            <ac:picMk id="5" creationId="{E95C7272-585B-24AE-21AD-B6C16640EE23}"/>
          </ac:picMkLst>
        </pc:picChg>
        <pc:picChg chg="add mod">
          <ac:chgData name="Aditya Agrawal" userId="5b6e9b571eb1d0ee" providerId="LiveId" clId="{DFBDF8D7-A2EF-43CA-BF00-7CA121B1543E}" dt="2024-09-18T15:25:44.234" v="123" actId="26606"/>
          <ac:picMkLst>
            <pc:docMk/>
            <pc:sldMk cId="3574790867" sldId="273"/>
            <ac:picMk id="6" creationId="{75F725F7-B45F-3EA5-ACE2-35E88DA1DF7E}"/>
          </ac:picMkLst>
        </pc:picChg>
      </pc:sldChg>
      <pc:sldChg chg="addSp delSp modSp add mod setBg setClrOvrMap">
        <pc:chgData name="Aditya Agrawal" userId="5b6e9b571eb1d0ee" providerId="LiveId" clId="{DFBDF8D7-A2EF-43CA-BF00-7CA121B1543E}" dt="2024-09-18T15:47:24.808" v="346" actId="20577"/>
        <pc:sldMkLst>
          <pc:docMk/>
          <pc:sldMk cId="1553677121" sldId="274"/>
        </pc:sldMkLst>
        <pc:spChg chg="mod">
          <ac:chgData name="Aditya Agrawal" userId="5b6e9b571eb1d0ee" providerId="LiveId" clId="{DFBDF8D7-A2EF-43CA-BF00-7CA121B1543E}" dt="2024-09-18T15:47:24.808" v="346" actId="20577"/>
          <ac:spMkLst>
            <pc:docMk/>
            <pc:sldMk cId="1553677121" sldId="274"/>
            <ac:spMk id="2" creationId="{4E6729FF-1E47-5A44-53CB-1C767473A598}"/>
          </ac:spMkLst>
        </pc:spChg>
        <pc:spChg chg="mod ord">
          <ac:chgData name="Aditya Agrawal" userId="5b6e9b571eb1d0ee" providerId="LiveId" clId="{DFBDF8D7-A2EF-43CA-BF00-7CA121B1543E}" dt="2024-09-18T15:47:19.808" v="345" actId="26606"/>
          <ac:spMkLst>
            <pc:docMk/>
            <pc:sldMk cId="1553677121" sldId="274"/>
            <ac:spMk id="3" creationId="{89F554D7-D5ED-5015-8A14-FC1D6AEB14DB}"/>
          </ac:spMkLst>
        </pc:spChg>
        <pc:spChg chg="add del">
          <ac:chgData name="Aditya Agrawal" userId="5b6e9b571eb1d0ee" providerId="LiveId" clId="{DFBDF8D7-A2EF-43CA-BF00-7CA121B1543E}" dt="2024-09-18T15:47:19.808" v="345" actId="26606"/>
          <ac:spMkLst>
            <pc:docMk/>
            <pc:sldMk cId="1553677121" sldId="274"/>
            <ac:spMk id="80" creationId="{1C7FF924-8DA0-4BE9-8C7E-095B0EC13A44}"/>
          </ac:spMkLst>
        </pc:spChg>
        <pc:spChg chg="add del">
          <ac:chgData name="Aditya Agrawal" userId="5b6e9b571eb1d0ee" providerId="LiveId" clId="{DFBDF8D7-A2EF-43CA-BF00-7CA121B1543E}" dt="2024-09-18T15:47:06.100" v="334" actId="26606"/>
          <ac:spMkLst>
            <pc:docMk/>
            <pc:sldMk cId="1553677121" sldId="274"/>
            <ac:spMk id="87" creationId="{B16070FD-9EB8-4AC8-A8E2-267228385B79}"/>
          </ac:spMkLst>
        </pc:spChg>
        <pc:spChg chg="add del">
          <ac:chgData name="Aditya Agrawal" userId="5b6e9b571eb1d0ee" providerId="LiveId" clId="{DFBDF8D7-A2EF-43CA-BF00-7CA121B1543E}" dt="2024-09-18T15:47:09.353" v="336" actId="26606"/>
          <ac:spMkLst>
            <pc:docMk/>
            <pc:sldMk cId="1553677121" sldId="274"/>
            <ac:spMk id="89" creationId="{AD9B3EAD-A2B3-42C4-927C-3455E3E69EE6}"/>
          </ac:spMkLst>
        </pc:spChg>
        <pc:spChg chg="add del">
          <ac:chgData name="Aditya Agrawal" userId="5b6e9b571eb1d0ee" providerId="LiveId" clId="{DFBDF8D7-A2EF-43CA-BF00-7CA121B1543E}" dt="2024-09-18T15:47:09.353" v="336" actId="26606"/>
          <ac:spMkLst>
            <pc:docMk/>
            <pc:sldMk cId="1553677121" sldId="274"/>
            <ac:spMk id="90" creationId="{5118BA95-03E7-41B7-B442-0AF8C0A7FF68}"/>
          </ac:spMkLst>
        </pc:spChg>
        <pc:spChg chg="add del">
          <ac:chgData name="Aditya Agrawal" userId="5b6e9b571eb1d0ee" providerId="LiveId" clId="{DFBDF8D7-A2EF-43CA-BF00-7CA121B1543E}" dt="2024-09-18T15:47:09.353" v="336" actId="26606"/>
          <ac:spMkLst>
            <pc:docMk/>
            <pc:sldMk cId="1553677121" sldId="274"/>
            <ac:spMk id="91" creationId="{89F78725-8B4F-43D3-B767-EB7DB0C0201E}"/>
          </ac:spMkLst>
        </pc:spChg>
        <pc:spChg chg="add">
          <ac:chgData name="Aditya Agrawal" userId="5b6e9b571eb1d0ee" providerId="LiveId" clId="{DFBDF8D7-A2EF-43CA-BF00-7CA121B1543E}" dt="2024-09-18T15:47:19.808" v="345" actId="26606"/>
          <ac:spMkLst>
            <pc:docMk/>
            <pc:sldMk cId="1553677121" sldId="274"/>
            <ac:spMk id="95" creationId="{49B7FFA5-14CB-4A4F-9BCC-CA3AA5D9D276}"/>
          </ac:spMkLst>
        </pc:spChg>
        <pc:spChg chg="add del">
          <ac:chgData name="Aditya Agrawal" userId="5b6e9b571eb1d0ee" providerId="LiveId" clId="{DFBDF8D7-A2EF-43CA-BF00-7CA121B1543E}" dt="2024-09-18T15:47:12.387" v="338" actId="26606"/>
          <ac:spMkLst>
            <pc:docMk/>
            <pc:sldMk cId="1553677121" sldId="274"/>
            <ac:spMk id="97" creationId="{B16070FD-9EB8-4AC8-A8E2-267228385B79}"/>
          </ac:spMkLst>
        </pc:spChg>
        <pc:spChg chg="add del">
          <ac:chgData name="Aditya Agrawal" userId="5b6e9b571eb1d0ee" providerId="LiveId" clId="{DFBDF8D7-A2EF-43CA-BF00-7CA121B1543E}" dt="2024-09-18T15:47:14.943" v="340" actId="26606"/>
          <ac:spMkLst>
            <pc:docMk/>
            <pc:sldMk cId="1553677121" sldId="274"/>
            <ac:spMk id="99" creationId="{D8AFD15B-CF29-4306-884F-47675092F91F}"/>
          </ac:spMkLst>
        </pc:spChg>
        <pc:spChg chg="add del">
          <ac:chgData name="Aditya Agrawal" userId="5b6e9b571eb1d0ee" providerId="LiveId" clId="{DFBDF8D7-A2EF-43CA-BF00-7CA121B1543E}" dt="2024-09-18T15:47:14.943" v="340" actId="26606"/>
          <ac:spMkLst>
            <pc:docMk/>
            <pc:sldMk cId="1553677121" sldId="274"/>
            <ac:spMk id="100" creationId="{7EC0D68F-F813-4414-800D-F8D4F0AB80BD}"/>
          </ac:spMkLst>
        </pc:spChg>
        <pc:spChg chg="add del">
          <ac:chgData name="Aditya Agrawal" userId="5b6e9b571eb1d0ee" providerId="LiveId" clId="{DFBDF8D7-A2EF-43CA-BF00-7CA121B1543E}" dt="2024-09-18T15:47:16.273" v="342" actId="26606"/>
          <ac:spMkLst>
            <pc:docMk/>
            <pc:sldMk cId="1553677121" sldId="274"/>
            <ac:spMk id="104" creationId="{CAC6F186-990E-4A9E-9C75-88580953E2D2}"/>
          </ac:spMkLst>
        </pc:spChg>
        <pc:spChg chg="add del">
          <ac:chgData name="Aditya Agrawal" userId="5b6e9b571eb1d0ee" providerId="LiveId" clId="{DFBDF8D7-A2EF-43CA-BF00-7CA121B1543E}" dt="2024-09-18T15:47:19.783" v="344" actId="26606"/>
          <ac:spMkLst>
            <pc:docMk/>
            <pc:sldMk cId="1553677121" sldId="274"/>
            <ac:spMk id="106" creationId="{2A0E4E09-FC02-4ADC-951A-3FFA90B6FE39}"/>
          </ac:spMkLst>
        </pc:spChg>
        <pc:spChg chg="add del">
          <ac:chgData name="Aditya Agrawal" userId="5b6e9b571eb1d0ee" providerId="LiveId" clId="{DFBDF8D7-A2EF-43CA-BF00-7CA121B1543E}" dt="2024-09-18T15:47:19.783" v="344" actId="26606"/>
          <ac:spMkLst>
            <pc:docMk/>
            <pc:sldMk cId="1553677121" sldId="274"/>
            <ac:spMk id="107" creationId="{E5821A2D-F010-4C2B-8819-23281D9C770F}"/>
          </ac:spMkLst>
        </pc:spChg>
        <pc:spChg chg="add">
          <ac:chgData name="Aditya Agrawal" userId="5b6e9b571eb1d0ee" providerId="LiveId" clId="{DFBDF8D7-A2EF-43CA-BF00-7CA121B1543E}" dt="2024-09-18T15:47:19.808" v="345" actId="26606"/>
          <ac:spMkLst>
            <pc:docMk/>
            <pc:sldMk cId="1553677121" sldId="274"/>
            <ac:spMk id="111" creationId="{E009DD9B-5EE2-4C0D-8B2B-351C8C102205}"/>
          </ac:spMkLst>
        </pc:spChg>
        <pc:spChg chg="add">
          <ac:chgData name="Aditya Agrawal" userId="5b6e9b571eb1d0ee" providerId="LiveId" clId="{DFBDF8D7-A2EF-43CA-BF00-7CA121B1543E}" dt="2024-09-18T15:47:19.808" v="345" actId="26606"/>
          <ac:spMkLst>
            <pc:docMk/>
            <pc:sldMk cId="1553677121" sldId="274"/>
            <ac:spMk id="112" creationId="{E720DB99-7745-4E75-9D96-AAB6D55C531E}"/>
          </ac:spMkLst>
        </pc:spChg>
        <pc:spChg chg="add">
          <ac:chgData name="Aditya Agrawal" userId="5b6e9b571eb1d0ee" providerId="LiveId" clId="{DFBDF8D7-A2EF-43CA-BF00-7CA121B1543E}" dt="2024-09-18T15:47:19.808" v="345" actId="26606"/>
          <ac:spMkLst>
            <pc:docMk/>
            <pc:sldMk cId="1553677121" sldId="274"/>
            <ac:spMk id="113" creationId="{D68803C4-E159-4360-B7BB-74205C8F782D}"/>
          </ac:spMkLst>
        </pc:spChg>
        <pc:spChg chg="add">
          <ac:chgData name="Aditya Agrawal" userId="5b6e9b571eb1d0ee" providerId="LiveId" clId="{DFBDF8D7-A2EF-43CA-BF00-7CA121B1543E}" dt="2024-09-18T15:47:19.808" v="345" actId="26606"/>
          <ac:spMkLst>
            <pc:docMk/>
            <pc:sldMk cId="1553677121" sldId="274"/>
            <ac:spMk id="114" creationId="{504B0465-3B07-49BF-BEA7-D81476246293}"/>
          </ac:spMkLst>
        </pc:spChg>
        <pc:spChg chg="add">
          <ac:chgData name="Aditya Agrawal" userId="5b6e9b571eb1d0ee" providerId="LiveId" clId="{DFBDF8D7-A2EF-43CA-BF00-7CA121B1543E}" dt="2024-09-18T15:47:19.808" v="345" actId="26606"/>
          <ac:spMkLst>
            <pc:docMk/>
            <pc:sldMk cId="1553677121" sldId="274"/>
            <ac:spMk id="115" creationId="{04E48745-7512-4EC2-9E20-9092D12150CA}"/>
          </ac:spMkLst>
        </pc:spChg>
        <pc:grpChg chg="add del">
          <ac:chgData name="Aditya Agrawal" userId="5b6e9b571eb1d0ee" providerId="LiveId" clId="{DFBDF8D7-A2EF-43CA-BF00-7CA121B1543E}" dt="2024-09-18T15:47:19.808" v="345" actId="26606"/>
          <ac:grpSpMkLst>
            <pc:docMk/>
            <pc:sldMk cId="1553677121" sldId="274"/>
            <ac:grpSpMk id="81" creationId="{5029B4A8-2CF0-48DC-B29E-F3B62EDDC445}"/>
          </ac:grpSpMkLst>
        </pc:grpChg>
        <pc:grpChg chg="add del">
          <ac:chgData name="Aditya Agrawal" userId="5b6e9b571eb1d0ee" providerId="LiveId" clId="{DFBDF8D7-A2EF-43CA-BF00-7CA121B1543E}" dt="2024-09-18T15:47:09.353" v="336" actId="26606"/>
          <ac:grpSpMkLst>
            <pc:docMk/>
            <pc:sldMk cId="1553677121" sldId="274"/>
            <ac:grpSpMk id="93" creationId="{C9B0630D-5E49-4BF7-8CF1-7DECD4B08B16}"/>
          </ac:grpSpMkLst>
        </pc:grpChg>
        <pc:grpChg chg="add del">
          <ac:chgData name="Aditya Agrawal" userId="5b6e9b571eb1d0ee" providerId="LiveId" clId="{DFBDF8D7-A2EF-43CA-BF00-7CA121B1543E}" dt="2024-09-18T15:47:14.943" v="340" actId="26606"/>
          <ac:grpSpMkLst>
            <pc:docMk/>
            <pc:sldMk cId="1553677121" sldId="274"/>
            <ac:grpSpMk id="101" creationId="{54CA915D-BDF0-41F8-B00E-FB186EFF7BD6}"/>
          </ac:grpSpMkLst>
        </pc:grpChg>
        <pc:grpChg chg="add del">
          <ac:chgData name="Aditya Agrawal" userId="5b6e9b571eb1d0ee" providerId="LiveId" clId="{DFBDF8D7-A2EF-43CA-BF00-7CA121B1543E}" dt="2024-09-18T15:47:19.783" v="344" actId="26606"/>
          <ac:grpSpMkLst>
            <pc:docMk/>
            <pc:sldMk cId="1553677121" sldId="274"/>
            <ac:grpSpMk id="108" creationId="{D68B9961-F007-40D1-AF51-61B6DE5106CE}"/>
          </ac:grpSpMkLst>
        </pc:grpChg>
        <pc:picChg chg="del">
          <ac:chgData name="Aditya Agrawal" userId="5b6e9b571eb1d0ee" providerId="LiveId" clId="{DFBDF8D7-A2EF-43CA-BF00-7CA121B1543E}" dt="2024-09-18T15:46:17.294" v="327" actId="478"/>
          <ac:picMkLst>
            <pc:docMk/>
            <pc:sldMk cId="1553677121" sldId="274"/>
            <ac:picMk id="5" creationId="{793C8BBF-4CB9-A048-AEC6-6886FC3994E6}"/>
          </ac:picMkLst>
        </pc:picChg>
        <pc:picChg chg="add mod">
          <ac:chgData name="Aditya Agrawal" userId="5b6e9b571eb1d0ee" providerId="LiveId" clId="{DFBDF8D7-A2EF-43CA-BF00-7CA121B1543E}" dt="2024-09-18T15:47:19.808" v="345" actId="26606"/>
          <ac:picMkLst>
            <pc:docMk/>
            <pc:sldMk cId="1553677121" sldId="274"/>
            <ac:picMk id="6" creationId="{8206A5ED-58C8-CDA3-DCCE-DD7665252934}"/>
          </ac:picMkLst>
        </pc:picChg>
      </pc:sldChg>
      <pc:sldChg chg="addSp delSp modSp add mod addAnim">
        <pc:chgData name="Aditya Agrawal" userId="5b6e9b571eb1d0ee" providerId="LiveId" clId="{DFBDF8D7-A2EF-43CA-BF00-7CA121B1543E}" dt="2024-09-18T16:09:46.596" v="429" actId="14100"/>
        <pc:sldMkLst>
          <pc:docMk/>
          <pc:sldMk cId="3213710116" sldId="275"/>
        </pc:sldMkLst>
        <pc:spChg chg="add del mod">
          <ac:chgData name="Aditya Agrawal" userId="5b6e9b571eb1d0ee" providerId="LiveId" clId="{DFBDF8D7-A2EF-43CA-BF00-7CA121B1543E}" dt="2024-09-18T16:09:46.596" v="429" actId="14100"/>
          <ac:spMkLst>
            <pc:docMk/>
            <pc:sldMk cId="3213710116" sldId="275"/>
            <ac:spMk id="2" creationId="{F58AF4AC-42F0-6ECF-8DCE-F1F89E2B4A42}"/>
          </ac:spMkLst>
        </pc:spChg>
        <pc:spChg chg="del">
          <ac:chgData name="Aditya Agrawal" userId="5b6e9b571eb1d0ee" providerId="LiveId" clId="{DFBDF8D7-A2EF-43CA-BF00-7CA121B1543E}" dt="2024-09-18T16:06:09.127" v="358" actId="478"/>
          <ac:spMkLst>
            <pc:docMk/>
            <pc:sldMk cId="3213710116" sldId="275"/>
            <ac:spMk id="3" creationId="{4DB3BAE7-D3E8-B84E-BC9D-F73D0386279C}"/>
          </ac:spMkLst>
        </pc:spChg>
        <pc:spChg chg="add del mod">
          <ac:chgData name="Aditya Agrawal" userId="5b6e9b571eb1d0ee" providerId="LiveId" clId="{DFBDF8D7-A2EF-43CA-BF00-7CA121B1543E}" dt="2024-09-18T16:06:46.155" v="363"/>
          <ac:spMkLst>
            <pc:docMk/>
            <pc:sldMk cId="3213710116" sldId="275"/>
            <ac:spMk id="5" creationId="{80222DC8-7B9C-6D8F-4AC1-9D1FDCE7EC53}"/>
          </ac:spMkLst>
        </pc:spChg>
        <pc:spChg chg="del">
          <ac:chgData name="Aditya Agrawal" userId="5b6e9b571eb1d0ee" providerId="LiveId" clId="{DFBDF8D7-A2EF-43CA-BF00-7CA121B1543E}" dt="2024-09-18T16:06:17.979" v="362" actId="478"/>
          <ac:spMkLst>
            <pc:docMk/>
            <pc:sldMk cId="3213710116" sldId="275"/>
            <ac:spMk id="7" creationId="{D5101C35-50EF-7DFC-36E0-EE432D5B2CD6}"/>
          </ac:spMkLst>
        </pc:spChg>
        <pc:spChg chg="add del mod">
          <ac:chgData name="Aditya Agrawal" userId="5b6e9b571eb1d0ee" providerId="LiveId" clId="{DFBDF8D7-A2EF-43CA-BF00-7CA121B1543E}" dt="2024-09-18T16:08:09.317" v="400" actId="931"/>
          <ac:spMkLst>
            <pc:docMk/>
            <pc:sldMk cId="3213710116" sldId="275"/>
            <ac:spMk id="11" creationId="{1E0DCF3B-BC1C-77C9-58B9-45992358F31B}"/>
          </ac:spMkLst>
        </pc:spChg>
        <pc:spChg chg="add del">
          <ac:chgData name="Aditya Agrawal" userId="5b6e9b571eb1d0ee" providerId="LiveId" clId="{DFBDF8D7-A2EF-43CA-BF00-7CA121B1543E}" dt="2024-09-18T16:08:16.168" v="405" actId="26606"/>
          <ac:spMkLst>
            <pc:docMk/>
            <pc:sldMk cId="3213710116" sldId="275"/>
            <ac:spMk id="20" creationId="{484E34F7-E155-426C-A88E-8AEA6CF3F7EC}"/>
          </ac:spMkLst>
        </pc:spChg>
        <pc:spChg chg="add del">
          <ac:chgData name="Aditya Agrawal" userId="5b6e9b571eb1d0ee" providerId="LiveId" clId="{DFBDF8D7-A2EF-43CA-BF00-7CA121B1543E}" dt="2024-09-18T16:08:16.154" v="404" actId="26606"/>
          <ac:spMkLst>
            <pc:docMk/>
            <pc:sldMk cId="3213710116" sldId="275"/>
            <ac:spMk id="24" creationId="{75D02ABC-C71C-49D6-207D-74A10A824DBF}"/>
          </ac:spMkLst>
        </pc:spChg>
        <pc:spChg chg="add del">
          <ac:chgData name="Aditya Agrawal" userId="5b6e9b571eb1d0ee" providerId="LiveId" clId="{DFBDF8D7-A2EF-43CA-BF00-7CA121B1543E}" dt="2024-09-18T16:08:16.154" v="404" actId="26606"/>
          <ac:spMkLst>
            <pc:docMk/>
            <pc:sldMk cId="3213710116" sldId="275"/>
            <ac:spMk id="27" creationId="{E009DD9B-5EE2-4C0D-8B2B-351C8C102205}"/>
          </ac:spMkLst>
        </pc:spChg>
        <pc:spChg chg="add del">
          <ac:chgData name="Aditya Agrawal" userId="5b6e9b571eb1d0ee" providerId="LiveId" clId="{DFBDF8D7-A2EF-43CA-BF00-7CA121B1543E}" dt="2024-09-18T16:08:16.154" v="404" actId="26606"/>
          <ac:spMkLst>
            <pc:docMk/>
            <pc:sldMk cId="3213710116" sldId="275"/>
            <ac:spMk id="29" creationId="{E720DB99-7745-4E75-9D96-AAB6D55C531E}"/>
          </ac:spMkLst>
        </pc:spChg>
        <pc:spChg chg="add del">
          <ac:chgData name="Aditya Agrawal" userId="5b6e9b571eb1d0ee" providerId="LiveId" clId="{DFBDF8D7-A2EF-43CA-BF00-7CA121B1543E}" dt="2024-09-18T16:08:16.154" v="404" actId="26606"/>
          <ac:spMkLst>
            <pc:docMk/>
            <pc:sldMk cId="3213710116" sldId="275"/>
            <ac:spMk id="31" creationId="{D68803C4-E159-4360-B7BB-74205C8F782D}"/>
          </ac:spMkLst>
        </pc:spChg>
        <pc:spChg chg="add del">
          <ac:chgData name="Aditya Agrawal" userId="5b6e9b571eb1d0ee" providerId="LiveId" clId="{DFBDF8D7-A2EF-43CA-BF00-7CA121B1543E}" dt="2024-09-18T16:08:16.154" v="404" actId="26606"/>
          <ac:spMkLst>
            <pc:docMk/>
            <pc:sldMk cId="3213710116" sldId="275"/>
            <ac:spMk id="33" creationId="{504B0465-3B07-49BF-BEA7-D81476246293}"/>
          </ac:spMkLst>
        </pc:spChg>
        <pc:spChg chg="add del">
          <ac:chgData name="Aditya Agrawal" userId="5b6e9b571eb1d0ee" providerId="LiveId" clId="{DFBDF8D7-A2EF-43CA-BF00-7CA121B1543E}" dt="2024-09-18T16:08:16.154" v="404" actId="26606"/>
          <ac:spMkLst>
            <pc:docMk/>
            <pc:sldMk cId="3213710116" sldId="275"/>
            <ac:spMk id="35" creationId="{49B7FFA5-14CB-4A4F-9BCC-CA3AA5D9D276}"/>
          </ac:spMkLst>
        </pc:spChg>
        <pc:spChg chg="add del">
          <ac:chgData name="Aditya Agrawal" userId="5b6e9b571eb1d0ee" providerId="LiveId" clId="{DFBDF8D7-A2EF-43CA-BF00-7CA121B1543E}" dt="2024-09-18T16:08:16.154" v="404" actId="26606"/>
          <ac:spMkLst>
            <pc:docMk/>
            <pc:sldMk cId="3213710116" sldId="275"/>
            <ac:spMk id="37" creationId="{04E48745-7512-4EC2-9E20-9092D12150CA}"/>
          </ac:spMkLst>
        </pc:spChg>
        <pc:spChg chg="add del">
          <ac:chgData name="Aditya Agrawal" userId="5b6e9b571eb1d0ee" providerId="LiveId" clId="{DFBDF8D7-A2EF-43CA-BF00-7CA121B1543E}" dt="2024-09-18T16:08:46.444" v="408" actId="26606"/>
          <ac:spMkLst>
            <pc:docMk/>
            <pc:sldMk cId="3213710116" sldId="275"/>
            <ac:spMk id="39" creationId="{CCF043BA-0C52-4068-BCF5-2B2D89BA9D36}"/>
          </ac:spMkLst>
        </pc:spChg>
        <pc:spChg chg="add del mod">
          <ac:chgData name="Aditya Agrawal" userId="5b6e9b571eb1d0ee" providerId="LiveId" clId="{DFBDF8D7-A2EF-43CA-BF00-7CA121B1543E}" dt="2024-09-18T16:08:38.688" v="407" actId="478"/>
          <ac:spMkLst>
            <pc:docMk/>
            <pc:sldMk cId="3213710116" sldId="275"/>
            <ac:spMk id="40" creationId="{4E83A61B-FAA2-3ED8-B2EC-9D1571861539}"/>
          </ac:spMkLst>
        </pc:spChg>
        <pc:spChg chg="add">
          <ac:chgData name="Aditya Agrawal" userId="5b6e9b571eb1d0ee" providerId="LiveId" clId="{DFBDF8D7-A2EF-43CA-BF00-7CA121B1543E}" dt="2024-09-18T16:08:46.444" v="408" actId="26606"/>
          <ac:spMkLst>
            <pc:docMk/>
            <pc:sldMk cId="3213710116" sldId="275"/>
            <ac:spMk id="47" creationId="{2550AE69-AC86-4188-83E5-A856C4F1DCFF}"/>
          </ac:spMkLst>
        </pc:spChg>
        <pc:spChg chg="add">
          <ac:chgData name="Aditya Agrawal" userId="5b6e9b571eb1d0ee" providerId="LiveId" clId="{DFBDF8D7-A2EF-43CA-BF00-7CA121B1543E}" dt="2024-09-18T16:08:46.444" v="408" actId="26606"/>
          <ac:spMkLst>
            <pc:docMk/>
            <pc:sldMk cId="3213710116" sldId="275"/>
            <ac:spMk id="49" creationId="{EC4CA156-2C9D-4F0C-B229-88D8B5E17BCF}"/>
          </ac:spMkLst>
        </pc:spChg>
        <pc:spChg chg="add">
          <ac:chgData name="Aditya Agrawal" userId="5b6e9b571eb1d0ee" providerId="LiveId" clId="{DFBDF8D7-A2EF-43CA-BF00-7CA121B1543E}" dt="2024-09-18T16:08:46.444" v="408" actId="26606"/>
          <ac:spMkLst>
            <pc:docMk/>
            <pc:sldMk cId="3213710116" sldId="275"/>
            <ac:spMk id="51" creationId="{D7361ED3-EBE5-4EFC-8DA3-D0CE4BF2F4B1}"/>
          </ac:spMkLst>
        </pc:spChg>
        <pc:spChg chg="add">
          <ac:chgData name="Aditya Agrawal" userId="5b6e9b571eb1d0ee" providerId="LiveId" clId="{DFBDF8D7-A2EF-43CA-BF00-7CA121B1543E}" dt="2024-09-18T16:08:46.444" v="408" actId="26606"/>
          <ac:spMkLst>
            <pc:docMk/>
            <pc:sldMk cId="3213710116" sldId="275"/>
            <ac:spMk id="57" creationId="{19A1D830-E73C-47A9-A534-323CEEFF5B32}"/>
          </ac:spMkLst>
        </pc:spChg>
        <pc:spChg chg="add">
          <ac:chgData name="Aditya Agrawal" userId="5b6e9b571eb1d0ee" providerId="LiveId" clId="{DFBDF8D7-A2EF-43CA-BF00-7CA121B1543E}" dt="2024-09-18T16:08:46.444" v="408" actId="26606"/>
          <ac:spMkLst>
            <pc:docMk/>
            <pc:sldMk cId="3213710116" sldId="275"/>
            <ac:spMk id="59" creationId="{8F69FBEC-4C47-4288-962D-3FC20C79F3F5}"/>
          </ac:spMkLst>
        </pc:spChg>
        <pc:grpChg chg="add del">
          <ac:chgData name="Aditya Agrawal" userId="5b6e9b571eb1d0ee" providerId="LiveId" clId="{DFBDF8D7-A2EF-43CA-BF00-7CA121B1543E}" dt="2024-09-18T16:08:46.444" v="408" actId="26606"/>
          <ac:grpSpMkLst>
            <pc:docMk/>
            <pc:sldMk cId="3213710116" sldId="275"/>
            <ac:grpSpMk id="41" creationId="{789ACCC8-A635-400E-B9C0-AD9CA57109CE}"/>
          </ac:grpSpMkLst>
        </pc:grpChg>
        <pc:grpChg chg="add">
          <ac:chgData name="Aditya Agrawal" userId="5b6e9b571eb1d0ee" providerId="LiveId" clId="{DFBDF8D7-A2EF-43CA-BF00-7CA121B1543E}" dt="2024-09-18T16:08:46.444" v="408" actId="26606"/>
          <ac:grpSpMkLst>
            <pc:docMk/>
            <pc:sldMk cId="3213710116" sldId="275"/>
            <ac:grpSpMk id="53" creationId="{85105087-7F16-4C94-837C-C45445116665}"/>
          </ac:grpSpMkLst>
        </pc:grpChg>
        <pc:grpChg chg="add">
          <ac:chgData name="Aditya Agrawal" userId="5b6e9b571eb1d0ee" providerId="LiveId" clId="{DFBDF8D7-A2EF-43CA-BF00-7CA121B1543E}" dt="2024-09-18T16:08:46.444" v="408" actId="26606"/>
          <ac:grpSpMkLst>
            <pc:docMk/>
            <pc:sldMk cId="3213710116" sldId="275"/>
            <ac:grpSpMk id="61" creationId="{54F6FC82-E588-4DA0-8096-0C3BD54F17B5}"/>
          </ac:grpSpMkLst>
        </pc:grpChg>
        <pc:picChg chg="del">
          <ac:chgData name="Aditya Agrawal" userId="5b6e9b571eb1d0ee" providerId="LiveId" clId="{DFBDF8D7-A2EF-43CA-BF00-7CA121B1543E}" dt="2024-09-18T16:06:17.979" v="362" actId="478"/>
          <ac:picMkLst>
            <pc:docMk/>
            <pc:sldMk cId="3213710116" sldId="275"/>
            <ac:picMk id="6" creationId="{75F725F7-B45F-3EA5-ACE2-35E88DA1DF7E}"/>
          </ac:picMkLst>
        </pc:picChg>
        <pc:picChg chg="add del mod">
          <ac:chgData name="Aditya Agrawal" userId="5b6e9b571eb1d0ee" providerId="LiveId" clId="{DFBDF8D7-A2EF-43CA-BF00-7CA121B1543E}" dt="2024-09-18T16:07:56.477" v="399" actId="21"/>
          <ac:picMkLst>
            <pc:docMk/>
            <pc:sldMk cId="3213710116" sldId="275"/>
            <ac:picMk id="9" creationId="{2619EF65-DA10-6803-A248-0762E2CE3D31}"/>
          </ac:picMkLst>
        </pc:picChg>
        <pc:picChg chg="add mod">
          <ac:chgData name="Aditya Agrawal" userId="5b6e9b571eb1d0ee" providerId="LiveId" clId="{DFBDF8D7-A2EF-43CA-BF00-7CA121B1543E}" dt="2024-09-18T16:08:46.444" v="408" actId="26606"/>
          <ac:picMkLst>
            <pc:docMk/>
            <pc:sldMk cId="3213710116" sldId="275"/>
            <ac:picMk id="13" creationId="{2E04244F-CD7E-D295-54FF-EC4DD0D22694}"/>
          </ac:picMkLst>
        </pc:pic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EAACC7-3B3F-47D1-959A-EF58926E955E}" type="datetimeFigureOut">
              <a:rPr lang="en-US" smtClean="0"/>
              <a:t>3/29/2025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312CC964-A50B-4C29-B4E4-2C30BB34CCF3}" type="slidenum">
              <a:rPr lang="en-US" smtClean="0"/>
              <a:t>‹#›</a:t>
            </a:fld>
            <a:endParaRPr lang="en-US"/>
          </a:p>
        </p:txBody>
      </p:sp>
    </p:spTree>
    <p:extLst>
      <p:ext uri="{BB962C8B-B14F-4D97-AF65-F5344CB8AC3E}">
        <p14:creationId xmlns:p14="http://schemas.microsoft.com/office/powerpoint/2010/main" val="2662004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AACC7-3B3F-47D1-959A-EF58926E955E}" type="datetimeFigureOut">
              <a:rPr lang="en-US" smtClean="0"/>
              <a:t>3/29/2025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546200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11EAACC7-3B3F-47D1-959A-EF58926E955E}" type="datetimeFigureOut">
              <a:rPr lang="en-US" smtClean="0"/>
              <a:t>3/29/2025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312CC964-A50B-4C29-B4E4-2C30BB34CCF3}" type="slidenum">
              <a:rPr lang="en-US" smtClean="0"/>
              <a:t>‹#›</a:t>
            </a:fld>
            <a:endParaRPr lang="en-US"/>
          </a:p>
        </p:txBody>
      </p:sp>
    </p:spTree>
    <p:extLst>
      <p:ext uri="{BB962C8B-B14F-4D97-AF65-F5344CB8AC3E}">
        <p14:creationId xmlns:p14="http://schemas.microsoft.com/office/powerpoint/2010/main" val="317258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EAACC7-3B3F-47D1-959A-EF58926E955E}" type="datetimeFigureOut">
              <a:rPr lang="en-US" smtClean="0"/>
              <a:t>3/29/2025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307658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EAACC7-3B3F-47D1-959A-EF58926E955E}" type="datetimeFigureOut">
              <a:rPr lang="en-US" smtClean="0"/>
              <a:t>3/29/2025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684896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EAACC7-3B3F-47D1-959A-EF58926E955E}" type="datetimeFigureOut">
              <a:rPr lang="en-US" smtClean="0"/>
              <a:t>3/29/2025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985747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AACC7-3B3F-47D1-959A-EF58926E955E}" type="datetimeFigureOut">
              <a:rPr lang="en-US" smtClean="0"/>
              <a:t>3/29/2025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179511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EAACC7-3B3F-47D1-959A-EF58926E955E}" type="datetimeFigureOut">
              <a:rPr lang="en-US" smtClean="0"/>
              <a:t>3/29/2025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722124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EAACC7-3B3F-47D1-959A-EF58926E955E}" type="datetimeFigureOut">
              <a:rPr lang="en-US" smtClean="0"/>
              <a:t>3/29/2025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399361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AACC7-3B3F-47D1-959A-EF58926E955E}" type="datetimeFigureOut">
              <a:rPr lang="en-US" smtClean="0"/>
              <a:t>3/29/2025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992853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AACC7-3B3F-47D1-959A-EF58926E955E}" type="datetimeFigureOut">
              <a:rPr lang="en-US" smtClean="0"/>
              <a:t>3/29/2025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911717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1EAACC7-3B3F-47D1-959A-EF58926E955E}" type="datetimeFigureOut">
              <a:rPr lang="en-US" smtClean="0"/>
              <a:t>3/29/2025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312CC964-A50B-4C29-B4E4-2C30BB34CCF3}" type="slidenum">
              <a:rPr lang="en-US" smtClean="0"/>
              <a:t>‹#›</a:t>
            </a:fld>
            <a:endParaRPr lang="en-US"/>
          </a:p>
        </p:txBody>
      </p:sp>
    </p:spTree>
    <p:extLst>
      <p:ext uri="{BB962C8B-B14F-4D97-AF65-F5344CB8AC3E}">
        <p14:creationId xmlns:p14="http://schemas.microsoft.com/office/powerpoint/2010/main" val="1593976844"/>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nomadicpolitics.blogspot.com/2016/12/TrumpIntelligence.html" TargetMode="External"/><Relationship Id="rId2" Type="http://schemas.openxmlformats.org/officeDocument/2006/relationships/image" Target="../media/image5.jpg"/><Relationship Id="rId1" Type="http://schemas.openxmlformats.org/officeDocument/2006/relationships/slideLayout" Target="../slideLayouts/slideLayout1.xml"/><Relationship Id="rId6" Type="http://schemas.openxmlformats.org/officeDocument/2006/relationships/hyperlink" Target="https://creativecommons.org/licenses/by-nc-nd/3.0/" TargetMode="External"/><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hyperlink" Target="https://www.flickr.com/photos/17423713@N03/23847472406" TargetMode="External"/><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hyperlink" Target="https://creativecommons.org/licenses/by-nc-sa/3.0/" TargetMode="External"/><Relationship Id="rId5" Type="http://schemas.microsoft.com/office/2007/relationships/hdphoto" Target="../media/hdphoto2.wdp"/><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jpg"/><Relationship Id="rId5" Type="http://schemas.microsoft.com/office/2007/relationships/hdphoto" Target="../media/hdphoto1.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g"/><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hyperlink" Target="https://www.electronics-lab.com/arduino-distance-meter-ultrasonic-sensor-hc-sr04-nokia-5110-lcd-display/" TargetMode="External"/><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uelectronics.com/producto/zumbador-buzzer-pasivo-modulo-ky-006/" TargetMode="External"/><Relationship Id="rId7" Type="http://schemas.openxmlformats.org/officeDocument/2006/relationships/hyperlink" Target="https://catedu.github.io/escornabots-curso/chapter1/buzzer-5v.html" TargetMode="External"/><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image" Target="../media/image15.jpg"/><Relationship Id="rId5" Type="http://schemas.microsoft.com/office/2007/relationships/hdphoto" Target="../media/hdphoto2.wdp"/><Relationship Id="rId10" Type="http://schemas.openxmlformats.org/officeDocument/2006/relationships/hyperlink" Target="https://creativecommons.org/licenses/by-sa/3.0/" TargetMode="External"/><Relationship Id="rId4" Type="http://schemas.openxmlformats.org/officeDocument/2006/relationships/image" Target="../media/image4.png"/><Relationship Id="rId9" Type="http://schemas.openxmlformats.org/officeDocument/2006/relationships/hyperlink" Target="https://creativecommons.org/licenses/by-nc-nd/3.0/" TargetMode="Externa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openclipart.org/detail/178815/9-volt-battery-by-jmlevick-178815" TargetMode="Externa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www.publicdomainpictures.net/en/view-image.php?image=31791&amp;picture=pvc-pipes" TargetMode="External"/><Relationship Id="rId4" Type="http://schemas.openxmlformats.org/officeDocument/2006/relationships/image" Target="../media/image17.jp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www.arduino.cc/en/software" TargetMode="External"/><Relationship Id="rId5" Type="http://schemas.openxmlformats.org/officeDocument/2006/relationships/image" Target="../media/image18.jpe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person in a suit with a blindfold&#10;&#10;AI-generated content may be incorrect.">
            <a:extLst>
              <a:ext uri="{FF2B5EF4-FFF2-40B4-BE49-F238E27FC236}">
                <a16:creationId xmlns:a16="http://schemas.microsoft.com/office/drawing/2014/main" id="{884EDEEF-B602-4DA5-70DC-5657B3255EF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7367" b="41"/>
          <a:stretch/>
        </p:blipFill>
        <p:spPr>
          <a:xfrm>
            <a:off x="-1" y="10"/>
            <a:ext cx="12191999" cy="6857990"/>
          </a:xfrm>
          <a:prstGeom prst="rect">
            <a:avLst/>
          </a:prstGeom>
        </p:spPr>
      </p:pic>
      <p:sp>
        <p:nvSpPr>
          <p:cNvPr id="26" name="Rectangle 25">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7" name="Rectangle 26">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4">
              <a:alphaModFix amt="9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FB0F6A9B-1992-4AEE-96CA-9A642998B081}"/>
              </a:ext>
            </a:extLst>
          </p:cNvPr>
          <p:cNvSpPr>
            <a:spLocks noGrp="1"/>
          </p:cNvSpPr>
          <p:nvPr>
            <p:ph type="ctrTitle"/>
          </p:nvPr>
        </p:nvSpPr>
        <p:spPr>
          <a:xfrm>
            <a:off x="1173480" y="4277802"/>
            <a:ext cx="6022449" cy="1622451"/>
          </a:xfrm>
        </p:spPr>
        <p:txBody>
          <a:bodyPr>
            <a:normAutofit/>
          </a:bodyPr>
          <a:lstStyle/>
          <a:p>
            <a:pPr algn="r"/>
            <a:r>
              <a:rPr lang="en-US" sz="6000"/>
              <a:t>Smart </a:t>
            </a:r>
            <a:br>
              <a:rPr lang="en-US" sz="6000"/>
            </a:br>
            <a:r>
              <a:rPr lang="en-US" sz="6000"/>
              <a:t>blind-stick</a:t>
            </a:r>
          </a:p>
        </p:txBody>
      </p:sp>
      <p:sp>
        <p:nvSpPr>
          <p:cNvPr id="3" name="Subtitle 2">
            <a:extLst>
              <a:ext uri="{FF2B5EF4-FFF2-40B4-BE49-F238E27FC236}">
                <a16:creationId xmlns:a16="http://schemas.microsoft.com/office/drawing/2014/main" id="{DE105073-55E6-1D43-157C-BB20F8811A79}"/>
              </a:ext>
            </a:extLst>
          </p:cNvPr>
          <p:cNvSpPr>
            <a:spLocks noGrp="1"/>
          </p:cNvSpPr>
          <p:nvPr>
            <p:ph type="subTitle" idx="1"/>
          </p:nvPr>
        </p:nvSpPr>
        <p:spPr>
          <a:xfrm>
            <a:off x="7534654" y="4190337"/>
            <a:ext cx="3483865" cy="1709917"/>
          </a:xfrm>
        </p:spPr>
        <p:txBody>
          <a:bodyPr anchor="ctr">
            <a:normAutofit/>
          </a:bodyPr>
          <a:lstStyle/>
          <a:p>
            <a:endParaRPr lang="en-US"/>
          </a:p>
        </p:txBody>
      </p:sp>
      <p:sp>
        <p:nvSpPr>
          <p:cNvPr id="28" name="Rectangle 27">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TextBox 6">
            <a:extLst>
              <a:ext uri="{FF2B5EF4-FFF2-40B4-BE49-F238E27FC236}">
                <a16:creationId xmlns:a16="http://schemas.microsoft.com/office/drawing/2014/main" id="{F9C62853-B476-5419-771F-AA729F0B9220}"/>
              </a:ext>
            </a:extLst>
          </p:cNvPr>
          <p:cNvSpPr txBox="1"/>
          <p:nvPr/>
        </p:nvSpPr>
        <p:spPr>
          <a:xfrm>
            <a:off x="9388025" y="6657945"/>
            <a:ext cx="2803973" cy="200055"/>
          </a:xfrm>
          <a:prstGeom prst="rect">
            <a:avLst/>
          </a:prstGeom>
          <a:solidFill>
            <a:srgbClr val="000000"/>
          </a:solidFill>
        </p:spPr>
        <p:txBody>
          <a:bodyPr wrap="none" rtlCol="0">
            <a:spAutoFit/>
          </a:bodyPr>
          <a:lstStyle/>
          <a:p>
            <a:pPr algn="r">
              <a:spcAft>
                <a:spcPts val="600"/>
              </a:spcAft>
            </a:pPr>
            <a:r>
              <a:rPr lang="en-IN" sz="700">
                <a:solidFill>
                  <a:srgbClr val="FFFFFF"/>
                </a:solidFill>
                <a:hlinkClick r:id="rId3" tooltip="https://nomadicpolitics.blogspot.com/2016/12/TrumpIntelligence.html">
                  <a:extLst>
                    <a:ext uri="{A12FA001-AC4F-418D-AE19-62706E023703}">
                      <ahyp:hlinkClr xmlns:ahyp="http://schemas.microsoft.com/office/drawing/2018/hyperlinkcolor" val="tx"/>
                    </a:ext>
                  </a:extLst>
                </a:hlinkClick>
              </a:rPr>
              <a:t>This Photo</a:t>
            </a:r>
            <a:r>
              <a:rPr lang="en-IN" sz="700">
                <a:solidFill>
                  <a:srgbClr val="FFFFFF"/>
                </a:solidFill>
              </a:rPr>
              <a:t> by Unknown Author is licensed under </a:t>
            </a:r>
            <a:r>
              <a:rPr lang="en-IN" sz="700">
                <a:solidFill>
                  <a:srgbClr val="FFFFFF"/>
                </a:solidFill>
                <a:hlinkClick r:id="rId6" tooltip="https://creativecommons.org/licenses/by-nc-nd/3.0/">
                  <a:extLst>
                    <a:ext uri="{A12FA001-AC4F-418D-AE19-62706E023703}">
                      <ahyp:hlinkClr xmlns:ahyp="http://schemas.microsoft.com/office/drawing/2018/hyperlinkcolor" val="tx"/>
                    </a:ext>
                  </a:extLst>
                </a:hlinkClick>
              </a:rPr>
              <a:t>CC BY-NC-ND</a:t>
            </a:r>
            <a:endParaRPr lang="en-IN" sz="700">
              <a:solidFill>
                <a:srgbClr val="FFFFFF"/>
              </a:solidFill>
            </a:endParaRPr>
          </a:p>
        </p:txBody>
      </p:sp>
    </p:spTree>
    <p:extLst>
      <p:ext uri="{BB962C8B-B14F-4D97-AF65-F5344CB8AC3E}">
        <p14:creationId xmlns:p14="http://schemas.microsoft.com/office/powerpoint/2010/main" val="4006767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descr="A finger pointing on a tablet with green neon lights">
            <a:extLst>
              <a:ext uri="{FF2B5EF4-FFF2-40B4-BE49-F238E27FC236}">
                <a16:creationId xmlns:a16="http://schemas.microsoft.com/office/drawing/2014/main" id="{39B34EE3-E017-3686-0277-9911DFC0ED0E}"/>
              </a:ext>
            </a:extLst>
          </p:cNvPr>
          <p:cNvPicPr>
            <a:picLocks noChangeAspect="1"/>
          </p:cNvPicPr>
          <p:nvPr/>
        </p:nvPicPr>
        <p:blipFill>
          <a:blip r:embed="rId2"/>
          <a:srcRect t="15730"/>
          <a:stretch/>
        </p:blipFill>
        <p:spPr>
          <a:xfrm>
            <a:off x="20" y="10"/>
            <a:ext cx="12191980" cy="6857989"/>
          </a:xfrm>
          <a:prstGeom prst="rect">
            <a:avLst/>
          </a:prstGeom>
        </p:spPr>
      </p:pic>
      <p:sp>
        <p:nvSpPr>
          <p:cNvPr id="21" name="Rectangle 20">
            <a:extLst>
              <a:ext uri="{FF2B5EF4-FFF2-40B4-BE49-F238E27FC236}">
                <a16:creationId xmlns:a16="http://schemas.microsoft.com/office/drawing/2014/main" id="{F79FF99C-BAA9-404F-9C96-6DD456B4F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9C44AFD-C72D-4D9C-84C6-73E615CE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8AF4AC-42F0-6ECF-8DCE-F1F89E2B4A42}"/>
              </a:ext>
            </a:extLst>
          </p:cNvPr>
          <p:cNvSpPr>
            <a:spLocks noGrp="1"/>
          </p:cNvSpPr>
          <p:nvPr>
            <p:ph type="title"/>
          </p:nvPr>
        </p:nvSpPr>
        <p:spPr>
          <a:xfrm>
            <a:off x="1069848" y="484632"/>
            <a:ext cx="10058400" cy="1609344"/>
          </a:xfrm>
        </p:spPr>
        <p:txBody>
          <a:bodyPr anchor="ctr">
            <a:normAutofit/>
          </a:bodyPr>
          <a:lstStyle/>
          <a:p>
            <a:r>
              <a:rPr lang="en-US">
                <a:solidFill>
                  <a:schemeClr val="tx1"/>
                </a:solidFill>
              </a:rPr>
              <a:t>Introduction </a:t>
            </a:r>
          </a:p>
        </p:txBody>
      </p:sp>
      <p:sp>
        <p:nvSpPr>
          <p:cNvPr id="3" name="Content Placeholder 2">
            <a:extLst>
              <a:ext uri="{FF2B5EF4-FFF2-40B4-BE49-F238E27FC236}">
                <a16:creationId xmlns:a16="http://schemas.microsoft.com/office/drawing/2014/main" id="{4DB3BAE7-D3E8-B84E-BC9D-F73D0386279C}"/>
              </a:ext>
            </a:extLst>
          </p:cNvPr>
          <p:cNvSpPr>
            <a:spLocks noGrp="1"/>
          </p:cNvSpPr>
          <p:nvPr>
            <p:ph idx="1"/>
          </p:nvPr>
        </p:nvSpPr>
        <p:spPr>
          <a:xfrm>
            <a:off x="1069848" y="2121408"/>
            <a:ext cx="10058400" cy="4050792"/>
          </a:xfrm>
        </p:spPr>
        <p:txBody>
          <a:bodyPr>
            <a:normAutofit/>
          </a:bodyPr>
          <a:lstStyle/>
          <a:p>
            <a:r>
              <a:rPr lang="en-US" dirty="0"/>
              <a:t>The Smart Blind Stick project is aimed at assisting visually impaired individuals in navigating safely by detecting obstacles using ultrasonic sensors. When an obstacle is detected, a buzzer alerts the user to prevent collisions.</a:t>
            </a:r>
            <a:endParaRPr lang="en-US"/>
          </a:p>
        </p:txBody>
      </p:sp>
      <p:grpSp>
        <p:nvGrpSpPr>
          <p:cNvPr id="25" name="Group 24">
            <a:extLst>
              <a:ext uri="{FF2B5EF4-FFF2-40B4-BE49-F238E27FC236}">
                <a16:creationId xmlns:a16="http://schemas.microsoft.com/office/drawing/2014/main" id="{1D25B14F-36E0-41E8-956F-CABEF1ADD6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6" name="Oval 25">
              <a:extLst>
                <a:ext uri="{FF2B5EF4-FFF2-40B4-BE49-F238E27FC236}">
                  <a16:creationId xmlns:a16="http://schemas.microsoft.com/office/drawing/2014/main" id="{4AFB9EA5-DE4D-4E6B-A302-F55174E4B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7" name="Oval 26">
              <a:extLst>
                <a:ext uri="{FF2B5EF4-FFF2-40B4-BE49-F238E27FC236}">
                  <a16:creationId xmlns:a16="http://schemas.microsoft.com/office/drawing/2014/main" id="{E44092F4-4D9B-4D0A-8832-C29E786F8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48404800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AF4AC-42F0-6ECF-8DCE-F1F89E2B4A42}"/>
              </a:ext>
            </a:extLst>
          </p:cNvPr>
          <p:cNvSpPr>
            <a:spLocks noGrp="1"/>
          </p:cNvSpPr>
          <p:nvPr>
            <p:ph type="title"/>
          </p:nvPr>
        </p:nvSpPr>
        <p:spPr>
          <a:xfrm>
            <a:off x="1069848" y="798394"/>
            <a:ext cx="4730451" cy="1637730"/>
          </a:xfrm>
        </p:spPr>
        <p:txBody>
          <a:bodyPr>
            <a:normAutofit/>
          </a:bodyPr>
          <a:lstStyle/>
          <a:p>
            <a:r>
              <a:rPr lang="en-US" sz="4400"/>
              <a:t>Motivation</a:t>
            </a:r>
          </a:p>
        </p:txBody>
      </p:sp>
      <p:sp>
        <p:nvSpPr>
          <p:cNvPr id="3" name="Content Placeholder 2">
            <a:extLst>
              <a:ext uri="{FF2B5EF4-FFF2-40B4-BE49-F238E27FC236}">
                <a16:creationId xmlns:a16="http://schemas.microsoft.com/office/drawing/2014/main" id="{4DB3BAE7-D3E8-B84E-BC9D-F73D0386279C}"/>
              </a:ext>
            </a:extLst>
          </p:cNvPr>
          <p:cNvSpPr>
            <a:spLocks noGrp="1"/>
          </p:cNvSpPr>
          <p:nvPr>
            <p:ph idx="1"/>
          </p:nvPr>
        </p:nvSpPr>
        <p:spPr>
          <a:xfrm>
            <a:off x="957024" y="2090928"/>
            <a:ext cx="4843275" cy="3598672"/>
          </a:xfrm>
        </p:spPr>
        <p:txBody>
          <a:bodyPr>
            <a:normAutofit lnSpcReduction="10000"/>
          </a:bodyPr>
          <a:lstStyle/>
          <a:p>
            <a:pPr marL="0" indent="0">
              <a:buNone/>
            </a:pPr>
            <a:endParaRPr lang="en-US" sz="1500" dirty="0"/>
          </a:p>
          <a:p>
            <a:r>
              <a:rPr lang="en-US" sz="1500" dirty="0"/>
              <a:t> </a:t>
            </a:r>
            <a:r>
              <a:rPr lang="en-US" sz="1600" dirty="0">
                <a:solidFill>
                  <a:schemeClr val="accent2">
                    <a:lumMod val="75000"/>
                  </a:schemeClr>
                </a:solidFill>
              </a:rPr>
              <a:t>Enhance Mobility: </a:t>
            </a:r>
            <a:r>
              <a:rPr lang="en-US" sz="1600" dirty="0"/>
              <a:t>Visually impaired individuals often face challenges while navigating unfamiliar environments. A smart assistive device can improve their independence and confidence.</a:t>
            </a:r>
          </a:p>
          <a:p>
            <a:r>
              <a:rPr lang="en-US" sz="1600" dirty="0"/>
              <a:t> </a:t>
            </a:r>
            <a:r>
              <a:rPr lang="en-US" sz="1600" dirty="0">
                <a:solidFill>
                  <a:schemeClr val="accent2">
                    <a:lumMod val="75000"/>
                  </a:schemeClr>
                </a:solidFill>
              </a:rPr>
              <a:t>Affordable Solution: </a:t>
            </a:r>
            <a:r>
              <a:rPr lang="en-US" sz="1600" dirty="0"/>
              <a:t>Current assistive technologies can be expensive. This project provides a low-cost, accessible alternative to support visually impaired individuals.</a:t>
            </a:r>
          </a:p>
          <a:p>
            <a:r>
              <a:rPr lang="en-US" sz="1600" dirty="0"/>
              <a:t> </a:t>
            </a:r>
            <a:r>
              <a:rPr lang="en-US" sz="1600" dirty="0">
                <a:solidFill>
                  <a:schemeClr val="accent2">
                    <a:lumMod val="75000"/>
                  </a:schemeClr>
                </a:solidFill>
              </a:rPr>
              <a:t>Realtime Obstacle Detection: </a:t>
            </a:r>
            <a:r>
              <a:rPr lang="en-US" sz="1600" dirty="0"/>
              <a:t>Immediate feedback through a buzzer can help prevent accidents and improve the safety of users in everyday scenarios.</a:t>
            </a:r>
          </a:p>
        </p:txBody>
      </p:sp>
      <p:pic>
        <p:nvPicPr>
          <p:cNvPr id="6" name="Picture 5" descr="A person holding a light bulb&#10;&#10;Description automatically generated">
            <a:extLst>
              <a:ext uri="{FF2B5EF4-FFF2-40B4-BE49-F238E27FC236}">
                <a16:creationId xmlns:a16="http://schemas.microsoft.com/office/drawing/2014/main" id="{75F725F7-B45F-3EA5-ACE2-35E88DA1DF7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530" r="17356" b="-1"/>
          <a:stretch/>
        </p:blipFill>
        <p:spPr>
          <a:xfrm>
            <a:off x="5913124" y="10"/>
            <a:ext cx="6278877" cy="6857990"/>
          </a:xfrm>
          <a:custGeom>
            <a:avLst/>
            <a:gdLst/>
            <a:ahLst/>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p:spPr>
      </p:pic>
      <p:sp>
        <p:nvSpPr>
          <p:cNvPr id="20" name="Freeform: Shape 19">
            <a:extLst>
              <a:ext uri="{FF2B5EF4-FFF2-40B4-BE49-F238E27FC236}">
                <a16:creationId xmlns:a16="http://schemas.microsoft.com/office/drawing/2014/main" id="{484E34F7-E155-426C-A88E-8AEA6CF3F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3" y="0"/>
            <a:ext cx="6278877" cy="6858000"/>
          </a:xfrm>
          <a:custGeom>
            <a:avLst/>
            <a:gdLst>
              <a:gd name="connsiteX0" fmla="*/ 45571 w 6278877"/>
              <a:gd name="connsiteY0" fmla="*/ 0 h 6858000"/>
              <a:gd name="connsiteX1" fmla="*/ 6278877 w 6278877"/>
              <a:gd name="connsiteY1" fmla="*/ 0 h 6858000"/>
              <a:gd name="connsiteX2" fmla="*/ 6278877 w 6278877"/>
              <a:gd name="connsiteY2" fmla="*/ 6858000 h 6858000"/>
              <a:gd name="connsiteX3" fmla="*/ 3292307 w 6278877"/>
              <a:gd name="connsiteY3" fmla="*/ 6858000 h 6858000"/>
              <a:gd name="connsiteX4" fmla="*/ 3181525 w 6278877"/>
              <a:gd name="connsiteY4" fmla="*/ 6786980 h 6858000"/>
              <a:gd name="connsiteX5" fmla="*/ 0 w 6278877"/>
              <a:gd name="connsiteY5" fmla="*/ 803252 h 6858000"/>
              <a:gd name="connsiteX6" fmla="*/ 37255 w 6278877"/>
              <a:gd name="connsiteY6" fmla="*/ 65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blipFill dpi="0" rotWithShape="1">
            <a:blip r:embed="rId4">
              <a:alphaModFix amt="30000"/>
              <a:duotone>
                <a:prstClr val="black"/>
                <a:schemeClr val="accent1">
                  <a:tint val="45000"/>
                  <a:satMod val="400000"/>
                </a:schemeClr>
              </a:duotone>
              <a:extLst>
                <a:ext uri="{BEBA8EAE-BF5A-486C-A8C5-ECC9F3942E4B}">
                  <a14:imgProps xmlns:a14="http://schemas.microsoft.com/office/drawing/2010/main">
                    <a14:imgLayer r:embed="rId5">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D5101C35-50EF-7DFC-36E0-EE432D5B2CD6}"/>
              </a:ext>
            </a:extLst>
          </p:cNvPr>
          <p:cNvSpPr txBox="1"/>
          <p:nvPr/>
        </p:nvSpPr>
        <p:spPr>
          <a:xfrm>
            <a:off x="9407263" y="6657945"/>
            <a:ext cx="2784737" cy="200055"/>
          </a:xfrm>
          <a:prstGeom prst="rect">
            <a:avLst/>
          </a:prstGeom>
          <a:solidFill>
            <a:srgbClr val="000000"/>
          </a:solidFill>
        </p:spPr>
        <p:txBody>
          <a:bodyPr wrap="none" rtlCol="0">
            <a:spAutoFit/>
          </a:bodyPr>
          <a:lstStyle/>
          <a:p>
            <a:pPr algn="r">
              <a:spcAft>
                <a:spcPts val="600"/>
              </a:spcAft>
            </a:pPr>
            <a:r>
              <a:rPr lang="en-IN" sz="700">
                <a:solidFill>
                  <a:srgbClr val="FFFFFF"/>
                </a:solidFill>
                <a:hlinkClick r:id="rId3" tooltip="https://www.flickr.com/photos/17423713@N03/23847472406">
                  <a:extLst>
                    <a:ext uri="{A12FA001-AC4F-418D-AE19-62706E023703}">
                      <ahyp:hlinkClr xmlns:ahyp="http://schemas.microsoft.com/office/drawing/2018/hyperlinkcolor" val="tx"/>
                    </a:ext>
                  </a:extLst>
                </a:hlinkClick>
              </a:rPr>
              <a:t>This Photo</a:t>
            </a:r>
            <a:r>
              <a:rPr lang="en-IN" sz="700">
                <a:solidFill>
                  <a:srgbClr val="FFFFFF"/>
                </a:solidFill>
              </a:rPr>
              <a:t> by Unknown Author is licensed under </a:t>
            </a:r>
            <a:r>
              <a:rPr lang="en-IN" sz="700">
                <a:solidFill>
                  <a:srgbClr val="FFFFFF"/>
                </a:solidFill>
                <a:hlinkClick r:id="rId6" tooltip="https://creativecommons.org/licenses/by-nc-sa/3.0/">
                  <a:extLst>
                    <a:ext uri="{A12FA001-AC4F-418D-AE19-62706E023703}">
                      <ahyp:hlinkClr xmlns:ahyp="http://schemas.microsoft.com/office/drawing/2018/hyperlinkcolor" val="tx"/>
                    </a:ext>
                  </a:extLst>
                </a:hlinkClick>
              </a:rPr>
              <a:t>CC BY-SA-NC</a:t>
            </a:r>
            <a:endParaRPr lang="en-IN" sz="700">
              <a:solidFill>
                <a:srgbClr val="FFFFFF"/>
              </a:solidFill>
            </a:endParaRPr>
          </a:p>
        </p:txBody>
      </p:sp>
    </p:spTree>
    <p:extLst>
      <p:ext uri="{BB962C8B-B14F-4D97-AF65-F5344CB8AC3E}">
        <p14:creationId xmlns:p14="http://schemas.microsoft.com/office/powerpoint/2010/main" val="3574790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9" name="Rectangle 48">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51" name="Rectangle 50">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53" name="Group 52">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54" name="Oval 53">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55" name="Oval 54">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useBgFill="1">
        <p:nvSpPr>
          <p:cNvPr id="57" name="Rectangle 56">
            <a:extLst>
              <a:ext uri="{FF2B5EF4-FFF2-40B4-BE49-F238E27FC236}">
                <a16:creationId xmlns:a16="http://schemas.microsoft.com/office/drawing/2014/main" id="{19A1D830-E73C-47A9-A534-323CEEFF5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F69FBEC-4C47-4288-962D-3FC20C79F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8AF4AC-42F0-6ECF-8DCE-F1F89E2B4A42}"/>
              </a:ext>
            </a:extLst>
          </p:cNvPr>
          <p:cNvSpPr>
            <a:spLocks noGrp="1"/>
          </p:cNvSpPr>
          <p:nvPr>
            <p:ph type="title"/>
          </p:nvPr>
        </p:nvSpPr>
        <p:spPr>
          <a:xfrm>
            <a:off x="7534654" y="702365"/>
            <a:ext cx="3896264" cy="3765666"/>
          </a:xfrm>
        </p:spPr>
        <p:txBody>
          <a:bodyPr vert="horz" lIns="91440" tIns="45720" rIns="91440" bIns="45720" rtlCol="0" anchor="b">
            <a:normAutofit/>
          </a:bodyPr>
          <a:lstStyle/>
          <a:p>
            <a:pPr>
              <a:lnSpc>
                <a:spcPct val="80000"/>
              </a:lnSpc>
            </a:pPr>
            <a:r>
              <a:rPr lang="en-US" sz="5600" dirty="0">
                <a:blipFill dpi="0" rotWithShape="1">
                  <a:blip r:embed="rId4"/>
                  <a:srcRect/>
                  <a:tile tx="6350" ty="-127000" sx="65000" sy="64000" flip="none" algn="tl"/>
                </a:blipFill>
              </a:rPr>
              <a:t>Proposed architecture diagram</a:t>
            </a:r>
          </a:p>
        </p:txBody>
      </p:sp>
      <p:pic>
        <p:nvPicPr>
          <p:cNvPr id="13" name="Content Placeholder 12" descr="A diagram of a sensor&#10;&#10;Description automatically generated">
            <a:extLst>
              <a:ext uri="{FF2B5EF4-FFF2-40B4-BE49-F238E27FC236}">
                <a16:creationId xmlns:a16="http://schemas.microsoft.com/office/drawing/2014/main" id="{2E04244F-CD7E-D295-54FF-EC4DD0D22694}"/>
              </a:ext>
            </a:extLst>
          </p:cNvPr>
          <p:cNvPicPr>
            <a:picLocks noChangeAspect="1"/>
          </p:cNvPicPr>
          <p:nvPr/>
        </p:nvPicPr>
        <p:blipFill>
          <a:blip r:embed="rId6">
            <a:extLst>
              <a:ext uri="{28A0092B-C50C-407E-A947-70E740481C1C}">
                <a14:useLocalDpi xmlns:a14="http://schemas.microsoft.com/office/drawing/2010/main" val="0"/>
              </a:ext>
            </a:extLst>
          </a:blip>
          <a:srcRect r="1" b="2613"/>
          <a:stretch/>
        </p:blipFill>
        <p:spPr>
          <a:xfrm>
            <a:off x="20" y="10"/>
            <a:ext cx="6901088" cy="6857990"/>
          </a:xfrm>
          <a:prstGeom prst="rect">
            <a:avLst/>
          </a:prstGeom>
        </p:spPr>
      </p:pic>
      <p:grpSp>
        <p:nvGrpSpPr>
          <p:cNvPr id="61" name="Group 60">
            <a:extLst>
              <a:ext uri="{FF2B5EF4-FFF2-40B4-BE49-F238E27FC236}">
                <a16:creationId xmlns:a16="http://schemas.microsoft.com/office/drawing/2014/main" id="{54F6FC82-E588-4DA0-8096-0C3BD54F17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4" y="6229681"/>
            <a:ext cx="457200" cy="457200"/>
            <a:chOff x="11361456" y="6195813"/>
            <a:chExt cx="548640" cy="548640"/>
          </a:xfrm>
        </p:grpSpPr>
        <p:sp>
          <p:nvSpPr>
            <p:cNvPr id="62" name="Oval 61">
              <a:extLst>
                <a:ext uri="{FF2B5EF4-FFF2-40B4-BE49-F238E27FC236}">
                  <a16:creationId xmlns:a16="http://schemas.microsoft.com/office/drawing/2014/main" id="{E8898E90-044F-45FF-8B4D-CE0F6A630A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7">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3" name="Oval 62">
              <a:extLst>
                <a:ext uri="{FF2B5EF4-FFF2-40B4-BE49-F238E27FC236}">
                  <a16:creationId xmlns:a16="http://schemas.microsoft.com/office/drawing/2014/main" id="{923BF161-A852-4DA5-BB4C-2DFC336B7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21371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A1DC96-7045-646F-DF2C-175D8ACE7BB2}"/>
              </a:ext>
            </a:extLst>
          </p:cNvPr>
          <p:cNvSpPr>
            <a:spLocks noGrp="1"/>
          </p:cNvSpPr>
          <p:nvPr>
            <p:ph type="title"/>
          </p:nvPr>
        </p:nvSpPr>
        <p:spPr>
          <a:xfrm>
            <a:off x="6550924" y="685800"/>
            <a:ext cx="4920019" cy="2021553"/>
          </a:xfrm>
        </p:spPr>
        <p:txBody>
          <a:bodyPr>
            <a:normAutofit/>
          </a:bodyPr>
          <a:lstStyle/>
          <a:p>
            <a:r>
              <a:rPr lang="en-US" dirty="0">
                <a:solidFill>
                  <a:schemeClr val="tx1"/>
                </a:solidFill>
              </a:rPr>
              <a:t>Hardware Used</a:t>
            </a:r>
          </a:p>
        </p:txBody>
      </p:sp>
      <p:sp>
        <p:nvSpPr>
          <p:cNvPr id="20" name="Freeform: Shape 19">
            <a:extLst>
              <a:ext uri="{FF2B5EF4-FFF2-40B4-BE49-F238E27FC236}">
                <a16:creationId xmlns:a16="http://schemas.microsoft.com/office/drawing/2014/main" id="{9453FF84-60C1-4EA8-B49B-1B8C2D0C5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859484" cy="6857997"/>
          </a:xfrm>
          <a:custGeom>
            <a:avLst/>
            <a:gdLst>
              <a:gd name="connsiteX0" fmla="*/ 3198825 w 5859484"/>
              <a:gd name="connsiteY0" fmla="*/ 0 h 6857997"/>
              <a:gd name="connsiteX1" fmla="*/ 3962351 w 5859484"/>
              <a:gd name="connsiteY1" fmla="*/ 0 h 6857997"/>
              <a:gd name="connsiteX2" fmla="*/ 4129776 w 5859484"/>
              <a:gd name="connsiteY2" fmla="*/ 128761 h 6857997"/>
              <a:gd name="connsiteX3" fmla="*/ 5859484 w 5859484"/>
              <a:gd name="connsiteY3" fmla="*/ 3718209 h 6857997"/>
              <a:gd name="connsiteX4" fmla="*/ 4624700 w 5859484"/>
              <a:gd name="connsiteY4" fmla="*/ 6845880 h 6857997"/>
              <a:gd name="connsiteX5" fmla="*/ 4612896 w 5859484"/>
              <a:gd name="connsiteY5" fmla="*/ 6857997 h 6857997"/>
              <a:gd name="connsiteX6" fmla="*/ 4017658 w 5859484"/>
              <a:gd name="connsiteY6" fmla="*/ 6857997 h 6857997"/>
              <a:gd name="connsiteX7" fmla="*/ 4173230 w 5859484"/>
              <a:gd name="connsiteY7" fmla="*/ 6719623 h 6857997"/>
              <a:gd name="connsiteX8" fmla="*/ 5443583 w 5859484"/>
              <a:gd name="connsiteY8" fmla="*/ 3718209 h 6857997"/>
              <a:gd name="connsiteX9" fmla="*/ 3355352 w 5859484"/>
              <a:gd name="connsiteY9" fmla="*/ 88079 h 6857997"/>
              <a:gd name="connsiteX10" fmla="*/ 0 w 5859484"/>
              <a:gd name="connsiteY10" fmla="*/ 0 h 6857997"/>
              <a:gd name="connsiteX11" fmla="*/ 2941255 w 5859484"/>
              <a:gd name="connsiteY11" fmla="*/ 0 h 6857997"/>
              <a:gd name="connsiteX12" fmla="*/ 3117080 w 5859484"/>
              <a:gd name="connsiteY12" fmla="*/ 88129 h 6857997"/>
              <a:gd name="connsiteX13" fmla="*/ 5324754 w 5859484"/>
              <a:gd name="connsiteY13" fmla="*/ 3718209 h 6857997"/>
              <a:gd name="connsiteX14" fmla="*/ 4089206 w 5859484"/>
              <a:gd name="connsiteY14" fmla="*/ 6637392 h 6857997"/>
              <a:gd name="connsiteX15" fmla="*/ 3841183 w 5859484"/>
              <a:gd name="connsiteY15" fmla="*/ 6857997 h 6857997"/>
              <a:gd name="connsiteX16" fmla="*/ 0 w 5859484"/>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59484" h="6857997">
                <a:moveTo>
                  <a:pt x="3198825" y="0"/>
                </a:moveTo>
                <a:lnTo>
                  <a:pt x="3962351" y="0"/>
                </a:lnTo>
                <a:lnTo>
                  <a:pt x="4129776" y="128761"/>
                </a:lnTo>
                <a:cubicBezTo>
                  <a:pt x="5186152" y="981944"/>
                  <a:pt x="5859484" y="2273123"/>
                  <a:pt x="5859484" y="3718209"/>
                </a:cubicBezTo>
                <a:cubicBezTo>
                  <a:pt x="5859484" y="4922447"/>
                  <a:pt x="5391893" y="6019805"/>
                  <a:pt x="4624700" y="6845880"/>
                </a:cubicBezTo>
                <a:lnTo>
                  <a:pt x="4612896" y="6857997"/>
                </a:lnTo>
                <a:lnTo>
                  <a:pt x="4017658" y="6857997"/>
                </a:lnTo>
                <a:lnTo>
                  <a:pt x="4173230" y="6719623"/>
                </a:lnTo>
                <a:cubicBezTo>
                  <a:pt x="4958119" y="5951494"/>
                  <a:pt x="5443583" y="4890334"/>
                  <a:pt x="5443583" y="3718209"/>
                </a:cubicBezTo>
                <a:cubicBezTo>
                  <a:pt x="5443583" y="2179795"/>
                  <a:pt x="4607295" y="832535"/>
                  <a:pt x="3355352" y="88079"/>
                </a:cubicBezTo>
                <a:close/>
                <a:moveTo>
                  <a:pt x="0" y="0"/>
                </a:moveTo>
                <a:lnTo>
                  <a:pt x="2941255" y="0"/>
                </a:lnTo>
                <a:lnTo>
                  <a:pt x="3117080" y="88129"/>
                </a:lnTo>
                <a:cubicBezTo>
                  <a:pt x="4432070" y="787221"/>
                  <a:pt x="5324754" y="2150692"/>
                  <a:pt x="5324754" y="3718209"/>
                </a:cubicBezTo>
                <a:cubicBezTo>
                  <a:pt x="5324754" y="4858221"/>
                  <a:pt x="4852591" y="5890308"/>
                  <a:pt x="4089206" y="6637392"/>
                </a:cubicBezTo>
                <a:lnTo>
                  <a:pt x="3841183" y="6857997"/>
                </a:lnTo>
                <a:lnTo>
                  <a:pt x="0" y="685799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Electronics protoboard">
            <a:extLst>
              <a:ext uri="{FF2B5EF4-FFF2-40B4-BE49-F238E27FC236}">
                <a16:creationId xmlns:a16="http://schemas.microsoft.com/office/drawing/2014/main" id="{C0F62C2C-7852-3D2E-4B2A-C6EEB2FF285A}"/>
              </a:ext>
            </a:extLst>
          </p:cNvPr>
          <p:cNvPicPr>
            <a:picLocks noChangeAspect="1"/>
          </p:cNvPicPr>
          <p:nvPr/>
        </p:nvPicPr>
        <p:blipFill rotWithShape="1">
          <a:blip r:embed="rId2"/>
          <a:srcRect l="7073" r="33596" b="-1"/>
          <a:stretch/>
        </p:blipFill>
        <p:spPr>
          <a:xfrm>
            <a:off x="1" y="2"/>
            <a:ext cx="6095695" cy="6857997"/>
          </a:xfrm>
          <a:custGeom>
            <a:avLst/>
            <a:gdLst/>
            <a:ahLst/>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p:spPr>
      </p:pic>
      <p:sp>
        <p:nvSpPr>
          <p:cNvPr id="3" name="Content Placeholder 2">
            <a:extLst>
              <a:ext uri="{FF2B5EF4-FFF2-40B4-BE49-F238E27FC236}">
                <a16:creationId xmlns:a16="http://schemas.microsoft.com/office/drawing/2014/main" id="{3C5B8E36-8E29-F4AD-1D96-749BAEA5F5E4}"/>
              </a:ext>
            </a:extLst>
          </p:cNvPr>
          <p:cNvSpPr>
            <a:spLocks noGrp="1"/>
          </p:cNvSpPr>
          <p:nvPr>
            <p:ph idx="1"/>
          </p:nvPr>
        </p:nvSpPr>
        <p:spPr>
          <a:xfrm>
            <a:off x="6550924" y="2927444"/>
            <a:ext cx="4920019" cy="3244755"/>
          </a:xfrm>
        </p:spPr>
        <p:txBody>
          <a:bodyPr>
            <a:normAutofit/>
          </a:bodyPr>
          <a:lstStyle/>
          <a:p>
            <a:r>
              <a:rPr lang="en-IN" dirty="0"/>
              <a:t>Arduino Uno/Nano</a:t>
            </a:r>
          </a:p>
          <a:p>
            <a:r>
              <a:rPr lang="en-IN" dirty="0"/>
              <a:t>Jumper Wires</a:t>
            </a:r>
          </a:p>
          <a:p>
            <a:r>
              <a:rPr lang="en-IN" dirty="0"/>
              <a:t>Ultrasonic Sensor (HC-SR04)</a:t>
            </a:r>
          </a:p>
          <a:p>
            <a:r>
              <a:rPr lang="en-IN" dirty="0"/>
              <a:t>Buzzer</a:t>
            </a:r>
            <a:endParaRPr lang="en-IN" b="1" dirty="0"/>
          </a:p>
          <a:p>
            <a:r>
              <a:rPr lang="en-IN" dirty="0"/>
              <a:t>Battery</a:t>
            </a:r>
            <a:endParaRPr lang="en-IN" b="1" dirty="0"/>
          </a:p>
          <a:p>
            <a:r>
              <a:rPr lang="en-IN" dirty="0"/>
              <a:t>PVC Pipe</a:t>
            </a:r>
            <a:endParaRPr lang="en-IN" b="1" dirty="0"/>
          </a:p>
          <a:p>
            <a:pPr marL="0" indent="0">
              <a:buNone/>
            </a:pPr>
            <a:endParaRPr lang="en-IN" dirty="0"/>
          </a:p>
          <a:p>
            <a:endParaRPr lang="en-IN" dirty="0"/>
          </a:p>
        </p:txBody>
      </p:sp>
    </p:spTree>
    <p:extLst>
      <p:ext uri="{BB962C8B-B14F-4D97-AF65-F5344CB8AC3E}">
        <p14:creationId xmlns:p14="http://schemas.microsoft.com/office/powerpoint/2010/main" val="422655225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96AB61-9A9B-AAFA-0E66-42C1DC318273}"/>
              </a:ext>
            </a:extLst>
          </p:cNvPr>
          <p:cNvSpPr>
            <a:spLocks noGrp="1"/>
          </p:cNvSpPr>
          <p:nvPr>
            <p:ph type="title"/>
          </p:nvPr>
        </p:nvSpPr>
        <p:spPr>
          <a:xfrm>
            <a:off x="6587544" y="1382165"/>
            <a:ext cx="4869179" cy="1517984"/>
          </a:xfrm>
        </p:spPr>
        <p:txBody>
          <a:bodyPr>
            <a:normAutofit/>
          </a:bodyPr>
          <a:lstStyle/>
          <a:p>
            <a:r>
              <a:rPr lang="en-US" sz="4800" dirty="0">
                <a:solidFill>
                  <a:srgbClr val="000000"/>
                </a:solidFill>
              </a:rPr>
              <a:t>Arduino Uno:</a:t>
            </a:r>
          </a:p>
        </p:txBody>
      </p:sp>
      <p:pic>
        <p:nvPicPr>
          <p:cNvPr id="5" name="Picture 4" descr="A picture containing text, electronics, circuit&#10;&#10;Description automatically generated">
            <a:extLst>
              <a:ext uri="{FF2B5EF4-FFF2-40B4-BE49-F238E27FC236}">
                <a16:creationId xmlns:a16="http://schemas.microsoft.com/office/drawing/2014/main" id="{55A5F192-059C-54CB-33CC-61BD5F2D6ABA}"/>
              </a:ext>
            </a:extLst>
          </p:cNvPr>
          <p:cNvPicPr>
            <a:picLocks noChangeAspect="1"/>
          </p:cNvPicPr>
          <p:nvPr/>
        </p:nvPicPr>
        <p:blipFill rotWithShape="1">
          <a:blip r:embed="rId2">
            <a:extLst>
              <a:ext uri="{28A0092B-C50C-407E-A947-70E740481C1C}">
                <a14:useLocalDpi xmlns:a14="http://schemas.microsoft.com/office/drawing/2010/main" val="0"/>
              </a:ext>
            </a:extLst>
          </a:blip>
          <a:srcRect l="3346" r="1924"/>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12" name="Freeform: Shape 11">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Content Placeholder 2">
            <a:extLst>
              <a:ext uri="{FF2B5EF4-FFF2-40B4-BE49-F238E27FC236}">
                <a16:creationId xmlns:a16="http://schemas.microsoft.com/office/drawing/2014/main" id="{5C0C413E-F693-6571-0D23-0BA61377DB83}"/>
              </a:ext>
            </a:extLst>
          </p:cNvPr>
          <p:cNvSpPr>
            <a:spLocks noGrp="1"/>
          </p:cNvSpPr>
          <p:nvPr>
            <p:ph idx="1"/>
          </p:nvPr>
        </p:nvSpPr>
        <p:spPr>
          <a:xfrm>
            <a:off x="6587545" y="3007389"/>
            <a:ext cx="4869179" cy="3065865"/>
          </a:xfrm>
        </p:spPr>
        <p:txBody>
          <a:bodyPr anchor="t">
            <a:normAutofit/>
          </a:bodyPr>
          <a:lstStyle/>
          <a:p>
            <a:r>
              <a:rPr lang="en-US" sz="1800" b="0" i="0" dirty="0">
                <a:solidFill>
                  <a:srgbClr val="000000"/>
                </a:solidFill>
                <a:effectLst/>
                <a:latin typeface="Google Sans"/>
              </a:rPr>
              <a:t>ATmega328 is commonly used in many projects and autonomous systems where a simple, </a:t>
            </a:r>
            <a:r>
              <a:rPr lang="en-US" sz="1800" b="0" i="0" dirty="0" err="1">
                <a:solidFill>
                  <a:srgbClr val="000000"/>
                </a:solidFill>
                <a:effectLst/>
                <a:latin typeface="Google Sans"/>
              </a:rPr>
              <a:t>lowpowered</a:t>
            </a:r>
            <a:r>
              <a:rPr lang="en-US" sz="1800" b="0" i="0" dirty="0">
                <a:solidFill>
                  <a:srgbClr val="000000"/>
                </a:solidFill>
                <a:effectLst/>
                <a:latin typeface="Google Sans"/>
              </a:rPr>
              <a:t>, </a:t>
            </a:r>
            <a:r>
              <a:rPr lang="en-US" sz="1800" b="0" i="0" dirty="0" err="1">
                <a:solidFill>
                  <a:srgbClr val="000000"/>
                </a:solidFill>
                <a:effectLst/>
                <a:latin typeface="Google Sans"/>
              </a:rPr>
              <a:t>lowcost</a:t>
            </a:r>
            <a:r>
              <a:rPr lang="en-US" sz="1800" b="0" i="0" dirty="0">
                <a:solidFill>
                  <a:srgbClr val="000000"/>
                </a:solidFill>
                <a:effectLst/>
                <a:latin typeface="Google Sans"/>
              </a:rPr>
              <a:t> microcontroller is needed.</a:t>
            </a:r>
            <a:endParaRPr lang="en-US" sz="1800" dirty="0">
              <a:solidFill>
                <a:srgbClr val="000000"/>
              </a:solidFill>
            </a:endParaRPr>
          </a:p>
        </p:txBody>
      </p:sp>
      <p:grpSp>
        <p:nvGrpSpPr>
          <p:cNvPr id="14" name="Group 13">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6" name="Oval 15">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Tree>
    <p:extLst>
      <p:ext uri="{BB962C8B-B14F-4D97-AF65-F5344CB8AC3E}">
        <p14:creationId xmlns:p14="http://schemas.microsoft.com/office/powerpoint/2010/main" val="1797489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hread&#10;&#10;Description automatically generated">
            <a:extLst>
              <a:ext uri="{FF2B5EF4-FFF2-40B4-BE49-F238E27FC236}">
                <a16:creationId xmlns:a16="http://schemas.microsoft.com/office/drawing/2014/main" id="{67DE91FA-6307-85A8-B313-E860A53EC549}"/>
              </a:ext>
            </a:extLst>
          </p:cNvPr>
          <p:cNvPicPr>
            <a:picLocks noChangeAspect="1"/>
          </p:cNvPicPr>
          <p:nvPr/>
        </p:nvPicPr>
        <p:blipFill rotWithShape="1">
          <a:blip r:embed="rId2">
            <a:extLst>
              <a:ext uri="{28A0092B-C50C-407E-A947-70E740481C1C}">
                <a14:useLocalDpi xmlns:a14="http://schemas.microsoft.com/office/drawing/2010/main" val="0"/>
              </a:ext>
            </a:extLst>
          </a:blip>
          <a:srcRect l="2298" r="2148" b="1"/>
          <a:stretch/>
        </p:blipFill>
        <p:spPr>
          <a:xfrm>
            <a:off x="-1" y="10"/>
            <a:ext cx="12191999" cy="6857990"/>
          </a:xfrm>
          <a:prstGeom prst="rect">
            <a:avLst/>
          </a:prstGeom>
        </p:spPr>
      </p:pic>
      <p:sp>
        <p:nvSpPr>
          <p:cNvPr id="21" name="Rectangle 2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3">
              <a:alphaModFix amt="9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E6729FF-1E47-5A44-53CB-1C767473A598}"/>
              </a:ext>
            </a:extLst>
          </p:cNvPr>
          <p:cNvSpPr>
            <a:spLocks noGrp="1"/>
          </p:cNvSpPr>
          <p:nvPr>
            <p:ph type="title"/>
          </p:nvPr>
        </p:nvSpPr>
        <p:spPr>
          <a:xfrm>
            <a:off x="1285456" y="4162031"/>
            <a:ext cx="4543683" cy="1767141"/>
          </a:xfrm>
        </p:spPr>
        <p:txBody>
          <a:bodyPr>
            <a:normAutofit/>
          </a:bodyPr>
          <a:lstStyle/>
          <a:p>
            <a:pPr algn="r"/>
            <a:r>
              <a:rPr lang="en-US" dirty="0"/>
              <a:t>Jumper wires:</a:t>
            </a:r>
          </a:p>
        </p:txBody>
      </p:sp>
      <p:sp>
        <p:nvSpPr>
          <p:cNvPr id="3" name="Content Placeholder 2">
            <a:extLst>
              <a:ext uri="{FF2B5EF4-FFF2-40B4-BE49-F238E27FC236}">
                <a16:creationId xmlns:a16="http://schemas.microsoft.com/office/drawing/2014/main" id="{89F554D7-D5ED-5015-8A14-FC1D6AEB14DB}"/>
              </a:ext>
            </a:extLst>
          </p:cNvPr>
          <p:cNvSpPr>
            <a:spLocks noGrp="1"/>
          </p:cNvSpPr>
          <p:nvPr>
            <p:ph idx="1"/>
          </p:nvPr>
        </p:nvSpPr>
        <p:spPr>
          <a:xfrm>
            <a:off x="6217920" y="4170410"/>
            <a:ext cx="4699221" cy="1767141"/>
          </a:xfrm>
        </p:spPr>
        <p:txBody>
          <a:bodyPr anchor="ctr">
            <a:normAutofit/>
          </a:bodyPr>
          <a:lstStyle/>
          <a:p>
            <a:r>
              <a:rPr lang="en-US" sz="1800" b="0" i="0">
                <a:effectLst/>
                <a:latin typeface="Google Sans"/>
              </a:rPr>
              <a:t>A jumper wire is an electric wire that connects remote electric circuits used for printed circuit boards.</a:t>
            </a:r>
          </a:p>
          <a:p>
            <a:endParaRPr lang="en-US" sz="1800"/>
          </a:p>
        </p:txBody>
      </p:sp>
      <p:sp>
        <p:nvSpPr>
          <p:cNvPr id="23" name="Rectangle 22">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8" name="Oval 17">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0" name="Oval 19">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798174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6729FF-1E47-5A44-53CB-1C767473A598}"/>
              </a:ext>
            </a:extLst>
          </p:cNvPr>
          <p:cNvSpPr>
            <a:spLocks noGrp="1"/>
          </p:cNvSpPr>
          <p:nvPr>
            <p:ph type="title"/>
          </p:nvPr>
        </p:nvSpPr>
        <p:spPr>
          <a:xfrm>
            <a:off x="6550924" y="685800"/>
            <a:ext cx="4920019" cy="2021553"/>
          </a:xfrm>
        </p:spPr>
        <p:txBody>
          <a:bodyPr>
            <a:normAutofit/>
          </a:bodyPr>
          <a:lstStyle/>
          <a:p>
            <a:r>
              <a:rPr lang="en-US">
                <a:solidFill>
                  <a:schemeClr val="tx1"/>
                </a:solidFill>
              </a:rPr>
              <a:t>Ultrasonic sensor  :</a:t>
            </a:r>
          </a:p>
        </p:txBody>
      </p:sp>
      <p:sp>
        <p:nvSpPr>
          <p:cNvPr id="78" name="Freeform: Shape 77">
            <a:extLst>
              <a:ext uri="{FF2B5EF4-FFF2-40B4-BE49-F238E27FC236}">
                <a16:creationId xmlns:a16="http://schemas.microsoft.com/office/drawing/2014/main" id="{9453FF84-60C1-4EA8-B49B-1B8C2D0C5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859484" cy="6857997"/>
          </a:xfrm>
          <a:custGeom>
            <a:avLst/>
            <a:gdLst>
              <a:gd name="connsiteX0" fmla="*/ 3198825 w 5859484"/>
              <a:gd name="connsiteY0" fmla="*/ 0 h 6857997"/>
              <a:gd name="connsiteX1" fmla="*/ 3962351 w 5859484"/>
              <a:gd name="connsiteY1" fmla="*/ 0 h 6857997"/>
              <a:gd name="connsiteX2" fmla="*/ 4129776 w 5859484"/>
              <a:gd name="connsiteY2" fmla="*/ 128761 h 6857997"/>
              <a:gd name="connsiteX3" fmla="*/ 5859484 w 5859484"/>
              <a:gd name="connsiteY3" fmla="*/ 3718209 h 6857997"/>
              <a:gd name="connsiteX4" fmla="*/ 4624700 w 5859484"/>
              <a:gd name="connsiteY4" fmla="*/ 6845880 h 6857997"/>
              <a:gd name="connsiteX5" fmla="*/ 4612896 w 5859484"/>
              <a:gd name="connsiteY5" fmla="*/ 6857997 h 6857997"/>
              <a:gd name="connsiteX6" fmla="*/ 4017658 w 5859484"/>
              <a:gd name="connsiteY6" fmla="*/ 6857997 h 6857997"/>
              <a:gd name="connsiteX7" fmla="*/ 4173230 w 5859484"/>
              <a:gd name="connsiteY7" fmla="*/ 6719623 h 6857997"/>
              <a:gd name="connsiteX8" fmla="*/ 5443583 w 5859484"/>
              <a:gd name="connsiteY8" fmla="*/ 3718209 h 6857997"/>
              <a:gd name="connsiteX9" fmla="*/ 3355352 w 5859484"/>
              <a:gd name="connsiteY9" fmla="*/ 88079 h 6857997"/>
              <a:gd name="connsiteX10" fmla="*/ 0 w 5859484"/>
              <a:gd name="connsiteY10" fmla="*/ 0 h 6857997"/>
              <a:gd name="connsiteX11" fmla="*/ 2941255 w 5859484"/>
              <a:gd name="connsiteY11" fmla="*/ 0 h 6857997"/>
              <a:gd name="connsiteX12" fmla="*/ 3117080 w 5859484"/>
              <a:gd name="connsiteY12" fmla="*/ 88129 h 6857997"/>
              <a:gd name="connsiteX13" fmla="*/ 5324754 w 5859484"/>
              <a:gd name="connsiteY13" fmla="*/ 3718209 h 6857997"/>
              <a:gd name="connsiteX14" fmla="*/ 4089206 w 5859484"/>
              <a:gd name="connsiteY14" fmla="*/ 6637392 h 6857997"/>
              <a:gd name="connsiteX15" fmla="*/ 3841183 w 5859484"/>
              <a:gd name="connsiteY15" fmla="*/ 6857997 h 6857997"/>
              <a:gd name="connsiteX16" fmla="*/ 0 w 5859484"/>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59484" h="6857997">
                <a:moveTo>
                  <a:pt x="3198825" y="0"/>
                </a:moveTo>
                <a:lnTo>
                  <a:pt x="3962351" y="0"/>
                </a:lnTo>
                <a:lnTo>
                  <a:pt x="4129776" y="128761"/>
                </a:lnTo>
                <a:cubicBezTo>
                  <a:pt x="5186152" y="981944"/>
                  <a:pt x="5859484" y="2273123"/>
                  <a:pt x="5859484" y="3718209"/>
                </a:cubicBezTo>
                <a:cubicBezTo>
                  <a:pt x="5859484" y="4922447"/>
                  <a:pt x="5391893" y="6019805"/>
                  <a:pt x="4624700" y="6845880"/>
                </a:cubicBezTo>
                <a:lnTo>
                  <a:pt x="4612896" y="6857997"/>
                </a:lnTo>
                <a:lnTo>
                  <a:pt x="4017658" y="6857997"/>
                </a:lnTo>
                <a:lnTo>
                  <a:pt x="4173230" y="6719623"/>
                </a:lnTo>
                <a:cubicBezTo>
                  <a:pt x="4958119" y="5951494"/>
                  <a:pt x="5443583" y="4890334"/>
                  <a:pt x="5443583" y="3718209"/>
                </a:cubicBezTo>
                <a:cubicBezTo>
                  <a:pt x="5443583" y="2179795"/>
                  <a:pt x="4607295" y="832535"/>
                  <a:pt x="3355352" y="88079"/>
                </a:cubicBezTo>
                <a:close/>
                <a:moveTo>
                  <a:pt x="0" y="0"/>
                </a:moveTo>
                <a:lnTo>
                  <a:pt x="2941255" y="0"/>
                </a:lnTo>
                <a:lnTo>
                  <a:pt x="3117080" y="88129"/>
                </a:lnTo>
                <a:cubicBezTo>
                  <a:pt x="4432070" y="787221"/>
                  <a:pt x="5324754" y="2150692"/>
                  <a:pt x="5324754" y="3718209"/>
                </a:cubicBezTo>
                <a:cubicBezTo>
                  <a:pt x="5324754" y="4858221"/>
                  <a:pt x="4852591" y="5890308"/>
                  <a:pt x="4089206" y="6637392"/>
                </a:cubicBezTo>
                <a:lnTo>
                  <a:pt x="3841183" y="6857997"/>
                </a:lnTo>
                <a:lnTo>
                  <a:pt x="0" y="685799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descr="A close-up of a device&#10;&#10;Description automatically generated">
            <a:extLst>
              <a:ext uri="{FF2B5EF4-FFF2-40B4-BE49-F238E27FC236}">
                <a16:creationId xmlns:a16="http://schemas.microsoft.com/office/drawing/2014/main" id="{CD565362-F0FE-86A8-09BF-561FD091DCD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8335" r="8335"/>
          <a:stretch/>
        </p:blipFill>
        <p:spPr>
          <a:xfrm>
            <a:off x="1" y="2"/>
            <a:ext cx="6095695" cy="6857997"/>
          </a:xfrm>
          <a:custGeom>
            <a:avLst/>
            <a:gdLst/>
            <a:ahLst/>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p:spPr>
      </p:pic>
      <p:sp>
        <p:nvSpPr>
          <p:cNvPr id="3" name="Content Placeholder 2">
            <a:extLst>
              <a:ext uri="{FF2B5EF4-FFF2-40B4-BE49-F238E27FC236}">
                <a16:creationId xmlns:a16="http://schemas.microsoft.com/office/drawing/2014/main" id="{89F554D7-D5ED-5015-8A14-FC1D6AEB14DB}"/>
              </a:ext>
            </a:extLst>
          </p:cNvPr>
          <p:cNvSpPr>
            <a:spLocks noGrp="1"/>
          </p:cNvSpPr>
          <p:nvPr>
            <p:ph idx="1"/>
          </p:nvPr>
        </p:nvSpPr>
        <p:spPr>
          <a:xfrm>
            <a:off x="6550924" y="2927444"/>
            <a:ext cx="4920019" cy="3244755"/>
          </a:xfrm>
        </p:spPr>
        <p:txBody>
          <a:bodyPr>
            <a:normAutofit/>
          </a:bodyPr>
          <a:lstStyle/>
          <a:p>
            <a:r>
              <a:rPr lang="en-US"/>
              <a:t>This sensor emits ultrasonic waves and calculates the distance to an object by measuring the time taken for the waves to reflect back. It provides accurate obstacle detection up to a range of 2 meters.</a:t>
            </a:r>
          </a:p>
        </p:txBody>
      </p:sp>
      <p:sp>
        <p:nvSpPr>
          <p:cNvPr id="7" name="TextBox 6">
            <a:extLst>
              <a:ext uri="{FF2B5EF4-FFF2-40B4-BE49-F238E27FC236}">
                <a16:creationId xmlns:a16="http://schemas.microsoft.com/office/drawing/2014/main" id="{FC7154FE-D513-6F32-5AFB-C9B37C0DABF4}"/>
              </a:ext>
            </a:extLst>
          </p:cNvPr>
          <p:cNvSpPr txBox="1"/>
          <p:nvPr/>
        </p:nvSpPr>
        <p:spPr>
          <a:xfrm>
            <a:off x="9572371" y="6657945"/>
            <a:ext cx="2619627" cy="200055"/>
          </a:xfrm>
          <a:prstGeom prst="rect">
            <a:avLst/>
          </a:prstGeom>
          <a:solidFill>
            <a:srgbClr val="000000"/>
          </a:solidFill>
        </p:spPr>
        <p:txBody>
          <a:bodyPr wrap="none" rtlCol="0">
            <a:spAutoFit/>
          </a:bodyPr>
          <a:lstStyle/>
          <a:p>
            <a:pPr algn="r">
              <a:spcAft>
                <a:spcPts val="600"/>
              </a:spcAft>
            </a:pPr>
            <a:r>
              <a:rPr lang="en-IN" sz="700">
                <a:solidFill>
                  <a:srgbClr val="FFFFFF"/>
                </a:solidFill>
                <a:hlinkClick r:id="rId3" tooltip="https://www.electronics-lab.com/arduino-distance-meter-ultrasonic-sensor-hc-sr04-nokia-5110-lcd-display/">
                  <a:extLst>
                    <a:ext uri="{A12FA001-AC4F-418D-AE19-62706E023703}">
                      <ahyp:hlinkClr xmlns:ahyp="http://schemas.microsoft.com/office/drawing/2018/hyperlinkcolor" val="tx"/>
                    </a:ext>
                  </a:extLst>
                </a:hlinkClick>
              </a:rPr>
              <a:t>This Photo</a:t>
            </a:r>
            <a:r>
              <a:rPr lang="en-IN" sz="700">
                <a:solidFill>
                  <a:srgbClr val="FFFFFF"/>
                </a:solidFill>
              </a:rPr>
              <a:t> by Unknown Author is licensed under </a:t>
            </a:r>
            <a:r>
              <a:rPr lang="en-IN"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IN" sz="700">
              <a:solidFill>
                <a:srgbClr val="FFFFFF"/>
              </a:solidFill>
            </a:endParaRPr>
          </a:p>
        </p:txBody>
      </p:sp>
    </p:spTree>
    <p:extLst>
      <p:ext uri="{BB962C8B-B14F-4D97-AF65-F5344CB8AC3E}">
        <p14:creationId xmlns:p14="http://schemas.microsoft.com/office/powerpoint/2010/main" val="139018719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pic>
        <p:nvPicPr>
          <p:cNvPr id="6" name="Picture 5" descr="A black and white electronic device">
            <a:extLst>
              <a:ext uri="{FF2B5EF4-FFF2-40B4-BE49-F238E27FC236}">
                <a16:creationId xmlns:a16="http://schemas.microsoft.com/office/drawing/2014/main" id="{43E85AF6-9CDC-9033-3A10-D83C520079E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202101" y="505224"/>
            <a:ext cx="3060160" cy="3060160"/>
          </a:xfrm>
          <a:prstGeom prst="rect">
            <a:avLst/>
          </a:prstGeom>
        </p:spPr>
      </p:pic>
      <p:sp>
        <p:nvSpPr>
          <p:cNvPr id="33" name="Rectangle 32">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5" name="Rectangle 34">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4">
              <a:alphaModFix amt="9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E6729FF-1E47-5A44-53CB-1C767473A598}"/>
              </a:ext>
            </a:extLst>
          </p:cNvPr>
          <p:cNvSpPr>
            <a:spLocks noGrp="1"/>
          </p:cNvSpPr>
          <p:nvPr>
            <p:ph type="title"/>
          </p:nvPr>
        </p:nvSpPr>
        <p:spPr>
          <a:xfrm>
            <a:off x="1285456" y="4162031"/>
            <a:ext cx="4543683" cy="1767141"/>
          </a:xfrm>
        </p:spPr>
        <p:txBody>
          <a:bodyPr>
            <a:normAutofit/>
          </a:bodyPr>
          <a:lstStyle/>
          <a:p>
            <a:pPr algn="r"/>
            <a:r>
              <a:rPr lang="en-US"/>
              <a:t>Buzzer :</a:t>
            </a:r>
          </a:p>
        </p:txBody>
      </p:sp>
      <p:pic>
        <p:nvPicPr>
          <p:cNvPr id="9" name="Picture 8" descr="A close-up of a black round object">
            <a:extLst>
              <a:ext uri="{FF2B5EF4-FFF2-40B4-BE49-F238E27FC236}">
                <a16:creationId xmlns:a16="http://schemas.microsoft.com/office/drawing/2014/main" id="{26F5ECF9-2189-C668-3D1F-1B11B390B65A}"/>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217943" y="505223"/>
            <a:ext cx="4483750" cy="3060160"/>
          </a:xfrm>
          <a:prstGeom prst="rect">
            <a:avLst/>
          </a:prstGeom>
        </p:spPr>
      </p:pic>
      <p:sp>
        <p:nvSpPr>
          <p:cNvPr id="3" name="Content Placeholder 2">
            <a:extLst>
              <a:ext uri="{FF2B5EF4-FFF2-40B4-BE49-F238E27FC236}">
                <a16:creationId xmlns:a16="http://schemas.microsoft.com/office/drawing/2014/main" id="{89F554D7-D5ED-5015-8A14-FC1D6AEB14DB}"/>
              </a:ext>
            </a:extLst>
          </p:cNvPr>
          <p:cNvSpPr>
            <a:spLocks noGrp="1"/>
          </p:cNvSpPr>
          <p:nvPr>
            <p:ph idx="1"/>
          </p:nvPr>
        </p:nvSpPr>
        <p:spPr>
          <a:xfrm>
            <a:off x="6217920" y="4170410"/>
            <a:ext cx="4699221" cy="1767141"/>
          </a:xfrm>
        </p:spPr>
        <p:txBody>
          <a:bodyPr anchor="ctr">
            <a:normAutofit/>
          </a:bodyPr>
          <a:lstStyle/>
          <a:p>
            <a:r>
              <a:rPr lang="en-US" sz="1800" dirty="0"/>
              <a:t>The buzzer generates a sound alert when an obstacle is detected. It's a small, low-power audio device that signals the user whenever the ultrasonic sensor identifies an object within the set range.</a:t>
            </a:r>
            <a:endParaRPr lang="en-US" sz="1800"/>
          </a:p>
        </p:txBody>
      </p:sp>
      <p:sp>
        <p:nvSpPr>
          <p:cNvPr id="37" name="Rectangle 36">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9" name="Oval 38">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8">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1" name="Oval 40">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8229D5F2-D537-5F24-2E50-FF4E5011A8B6}"/>
              </a:ext>
            </a:extLst>
          </p:cNvPr>
          <p:cNvSpPr txBox="1"/>
          <p:nvPr/>
        </p:nvSpPr>
        <p:spPr>
          <a:xfrm>
            <a:off x="7458288" y="3365329"/>
            <a:ext cx="2803973" cy="200055"/>
          </a:xfrm>
          <a:prstGeom prst="rect">
            <a:avLst/>
          </a:prstGeom>
          <a:solidFill>
            <a:srgbClr val="000000"/>
          </a:solidFill>
        </p:spPr>
        <p:txBody>
          <a:bodyPr wrap="none" rtlCol="0">
            <a:spAutoFit/>
          </a:bodyPr>
          <a:lstStyle/>
          <a:p>
            <a:pPr algn="r">
              <a:spcAft>
                <a:spcPts val="600"/>
              </a:spcAft>
            </a:pPr>
            <a:r>
              <a:rPr lang="en-IN" sz="700">
                <a:solidFill>
                  <a:srgbClr val="FFFFFF"/>
                </a:solidFill>
                <a:hlinkClick r:id="rId3" tooltip="https://uelectronics.com/producto/zumbador-buzzer-pasivo-modulo-ky-006/">
                  <a:extLst>
                    <a:ext uri="{A12FA001-AC4F-418D-AE19-62706E023703}">
                      <ahyp:hlinkClr xmlns:ahyp="http://schemas.microsoft.com/office/drawing/2018/hyperlinkcolor" val="tx"/>
                    </a:ext>
                  </a:extLst>
                </a:hlinkClick>
              </a:rPr>
              <a:t>This Photo</a:t>
            </a:r>
            <a:r>
              <a:rPr lang="en-IN" sz="700">
                <a:solidFill>
                  <a:srgbClr val="FFFFFF"/>
                </a:solidFill>
              </a:rPr>
              <a:t> by Unknown Author is licensed under </a:t>
            </a:r>
            <a:r>
              <a:rPr lang="en-IN" sz="700">
                <a:solidFill>
                  <a:srgbClr val="FFFFFF"/>
                </a:solidFill>
                <a:hlinkClick r:id="rId9" tooltip="https://creativecommons.org/licenses/by-nc-nd/3.0/">
                  <a:extLst>
                    <a:ext uri="{A12FA001-AC4F-418D-AE19-62706E023703}">
                      <ahyp:hlinkClr xmlns:ahyp="http://schemas.microsoft.com/office/drawing/2018/hyperlinkcolor" val="tx"/>
                    </a:ext>
                  </a:extLst>
                </a:hlinkClick>
              </a:rPr>
              <a:t>CC BY-NC-ND</a:t>
            </a:r>
            <a:endParaRPr lang="en-IN" sz="700">
              <a:solidFill>
                <a:srgbClr val="FFFFFF"/>
              </a:solidFill>
            </a:endParaRPr>
          </a:p>
        </p:txBody>
      </p:sp>
      <p:sp>
        <p:nvSpPr>
          <p:cNvPr id="10" name="TextBox 9">
            <a:extLst>
              <a:ext uri="{FF2B5EF4-FFF2-40B4-BE49-F238E27FC236}">
                <a16:creationId xmlns:a16="http://schemas.microsoft.com/office/drawing/2014/main" id="{F0B3EB32-EFBD-2187-3179-C31E9B25C057}"/>
              </a:ext>
            </a:extLst>
          </p:cNvPr>
          <p:cNvSpPr txBox="1"/>
          <p:nvPr/>
        </p:nvSpPr>
        <p:spPr>
          <a:xfrm>
            <a:off x="3082066" y="3365328"/>
            <a:ext cx="2619627" cy="200055"/>
          </a:xfrm>
          <a:prstGeom prst="rect">
            <a:avLst/>
          </a:prstGeom>
          <a:solidFill>
            <a:srgbClr val="000000"/>
          </a:solidFill>
        </p:spPr>
        <p:txBody>
          <a:bodyPr wrap="none" rtlCol="0">
            <a:spAutoFit/>
          </a:bodyPr>
          <a:lstStyle/>
          <a:p>
            <a:pPr algn="r">
              <a:spcAft>
                <a:spcPts val="600"/>
              </a:spcAft>
            </a:pPr>
            <a:r>
              <a:rPr lang="en-IN" sz="700">
                <a:solidFill>
                  <a:srgbClr val="FFFFFF"/>
                </a:solidFill>
                <a:hlinkClick r:id="rId7" tooltip="https://catedu.github.io/escornabots-curso/chapter1/buzzer-5v.html">
                  <a:extLst>
                    <a:ext uri="{A12FA001-AC4F-418D-AE19-62706E023703}">
                      <ahyp:hlinkClr xmlns:ahyp="http://schemas.microsoft.com/office/drawing/2018/hyperlinkcolor" val="tx"/>
                    </a:ext>
                  </a:extLst>
                </a:hlinkClick>
              </a:rPr>
              <a:t>This Photo</a:t>
            </a:r>
            <a:r>
              <a:rPr lang="en-IN" sz="700">
                <a:solidFill>
                  <a:srgbClr val="FFFFFF"/>
                </a:solidFill>
              </a:rPr>
              <a:t> by Unknown Author is licensed under </a:t>
            </a:r>
            <a:r>
              <a:rPr lang="en-IN" sz="700">
                <a:solidFill>
                  <a:srgbClr val="FFFFFF"/>
                </a:solidFill>
                <a:hlinkClick r:id="rId10" tooltip="https://creativecommons.org/licenses/by-sa/3.0/">
                  <a:extLst>
                    <a:ext uri="{A12FA001-AC4F-418D-AE19-62706E023703}">
                      <ahyp:hlinkClr xmlns:ahyp="http://schemas.microsoft.com/office/drawing/2018/hyperlinkcolor" val="tx"/>
                    </a:ext>
                  </a:extLst>
                </a:hlinkClick>
              </a:rPr>
              <a:t>CC BY-SA</a:t>
            </a:r>
            <a:endParaRPr lang="en-IN" sz="700">
              <a:solidFill>
                <a:srgbClr val="FFFFFF"/>
              </a:solidFill>
            </a:endParaRPr>
          </a:p>
        </p:txBody>
      </p:sp>
    </p:spTree>
    <p:extLst>
      <p:ext uri="{BB962C8B-B14F-4D97-AF65-F5344CB8AC3E}">
        <p14:creationId xmlns:p14="http://schemas.microsoft.com/office/powerpoint/2010/main" val="525570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 name="Rectangle 79">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6729FF-1E47-5A44-53CB-1C767473A598}"/>
              </a:ext>
            </a:extLst>
          </p:cNvPr>
          <p:cNvSpPr>
            <a:spLocks noGrp="1"/>
          </p:cNvSpPr>
          <p:nvPr>
            <p:ph type="title"/>
          </p:nvPr>
        </p:nvSpPr>
        <p:spPr>
          <a:xfrm>
            <a:off x="6400800" y="484632"/>
            <a:ext cx="5299586" cy="1609344"/>
          </a:xfrm>
          <a:ln>
            <a:noFill/>
          </a:ln>
        </p:spPr>
        <p:txBody>
          <a:bodyPr>
            <a:normAutofit/>
          </a:bodyPr>
          <a:lstStyle/>
          <a:p>
            <a:r>
              <a:rPr lang="en-US" sz="4000"/>
              <a:t>Battery:</a:t>
            </a:r>
          </a:p>
        </p:txBody>
      </p:sp>
      <p:pic>
        <p:nvPicPr>
          <p:cNvPr id="5" name="Picture 4" descr="A black and white rectangle with white text&#10;&#10;Description automatically generated">
            <a:extLst>
              <a:ext uri="{FF2B5EF4-FFF2-40B4-BE49-F238E27FC236}">
                <a16:creationId xmlns:a16="http://schemas.microsoft.com/office/drawing/2014/main" id="{793C8BBF-4CB9-A048-AEC6-6886FC3994E6}"/>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33999" y="2092109"/>
            <a:ext cx="5112461" cy="2684042"/>
          </a:xfrm>
          <a:prstGeom prst="rect">
            <a:avLst/>
          </a:prstGeom>
        </p:spPr>
      </p:pic>
      <p:sp>
        <p:nvSpPr>
          <p:cNvPr id="3" name="Content Placeholder 2">
            <a:extLst>
              <a:ext uri="{FF2B5EF4-FFF2-40B4-BE49-F238E27FC236}">
                <a16:creationId xmlns:a16="http://schemas.microsoft.com/office/drawing/2014/main" id="{89F554D7-D5ED-5015-8A14-FC1D6AEB14DB}"/>
              </a:ext>
            </a:extLst>
          </p:cNvPr>
          <p:cNvSpPr>
            <a:spLocks noGrp="1"/>
          </p:cNvSpPr>
          <p:nvPr>
            <p:ph idx="1"/>
          </p:nvPr>
        </p:nvSpPr>
        <p:spPr>
          <a:xfrm>
            <a:off x="6400799" y="2121408"/>
            <a:ext cx="5299585" cy="4050792"/>
          </a:xfrm>
        </p:spPr>
        <p:txBody>
          <a:bodyPr>
            <a:normAutofit/>
          </a:bodyPr>
          <a:lstStyle/>
          <a:p>
            <a:r>
              <a:rPr lang="en-US" sz="1800"/>
              <a:t>A portable power source, typically a 9V or Li-ion battery, ensures the stick operates without being tethered to a power outlet. It connects directly to the Arduino's power pins.</a:t>
            </a:r>
          </a:p>
        </p:txBody>
      </p:sp>
      <p:grpSp>
        <p:nvGrpSpPr>
          <p:cNvPr id="81" name="Group 80">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60" name="Oval 59">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82" name="Oval 81">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971292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1" name="Rectangle 110">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3" name="Rectangle 11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4" name="Rectangle 1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E6729FF-1E47-5A44-53CB-1C767473A598}"/>
              </a:ext>
            </a:extLst>
          </p:cNvPr>
          <p:cNvSpPr>
            <a:spLocks noGrp="1"/>
          </p:cNvSpPr>
          <p:nvPr>
            <p:ph type="title"/>
          </p:nvPr>
        </p:nvSpPr>
        <p:spPr>
          <a:xfrm>
            <a:off x="1069848" y="484632"/>
            <a:ext cx="10058400" cy="1609344"/>
          </a:xfrm>
        </p:spPr>
        <p:txBody>
          <a:bodyPr>
            <a:normAutofit/>
          </a:bodyPr>
          <a:lstStyle/>
          <a:p>
            <a:r>
              <a:rPr lang="en-US" dirty="0"/>
              <a:t>PVC Pipe  :</a:t>
            </a:r>
          </a:p>
        </p:txBody>
      </p:sp>
      <p:pic>
        <p:nvPicPr>
          <p:cNvPr id="6" name="Picture 5" descr="A pile of white pipes&#10;&#10;Description automatically generated">
            <a:extLst>
              <a:ext uri="{FF2B5EF4-FFF2-40B4-BE49-F238E27FC236}">
                <a16:creationId xmlns:a16="http://schemas.microsoft.com/office/drawing/2014/main" id="{8206A5ED-58C8-CDA3-DCCE-DD766525293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r="12973" b="-1"/>
          <a:stretch/>
        </p:blipFill>
        <p:spPr>
          <a:xfrm>
            <a:off x="1007196" y="2265037"/>
            <a:ext cx="5088800" cy="3907158"/>
          </a:xfrm>
          <a:prstGeom prst="rect">
            <a:avLst/>
          </a:prstGeom>
        </p:spPr>
      </p:pic>
      <p:sp>
        <p:nvSpPr>
          <p:cNvPr id="3" name="Content Placeholder 2">
            <a:extLst>
              <a:ext uri="{FF2B5EF4-FFF2-40B4-BE49-F238E27FC236}">
                <a16:creationId xmlns:a16="http://schemas.microsoft.com/office/drawing/2014/main" id="{89F554D7-D5ED-5015-8A14-FC1D6AEB14DB}"/>
              </a:ext>
            </a:extLst>
          </p:cNvPr>
          <p:cNvSpPr>
            <a:spLocks noGrp="1"/>
          </p:cNvSpPr>
          <p:nvPr>
            <p:ph idx="1"/>
          </p:nvPr>
        </p:nvSpPr>
        <p:spPr>
          <a:xfrm>
            <a:off x="6496216" y="2320412"/>
            <a:ext cx="4632031" cy="3851787"/>
          </a:xfrm>
        </p:spPr>
        <p:txBody>
          <a:bodyPr anchor="ctr">
            <a:normAutofit/>
          </a:bodyPr>
          <a:lstStyle/>
          <a:p>
            <a:r>
              <a:rPr lang="en-US"/>
              <a:t>The sturdy and lightweight pipe acts as the framework of the blind stick. It holds the Arduino, sensor, and other components securely in place while being durable enough for daily use.</a:t>
            </a:r>
          </a:p>
        </p:txBody>
      </p:sp>
      <p:sp>
        <p:nvSpPr>
          <p:cNvPr id="95" name="Oval 94">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5" name="Oval 114">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553677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6DBFAD4-B5FC-442B-A283-381B01B19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9" name="Oval 8">
              <a:extLst>
                <a:ext uri="{FF2B5EF4-FFF2-40B4-BE49-F238E27FC236}">
                  <a16:creationId xmlns:a16="http://schemas.microsoft.com/office/drawing/2014/main" id="{9B649DC7-8769-4383-A6F2-8F366BA7A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0" name="Oval 9">
              <a:extLst>
                <a:ext uri="{FF2B5EF4-FFF2-40B4-BE49-F238E27FC236}">
                  <a16:creationId xmlns:a16="http://schemas.microsoft.com/office/drawing/2014/main" id="{0C67FD53-2686-4E0E-BA49-976F78F9A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p:nvSpPr>
          <p:cNvPr id="12" name="Rectangle 11">
            <a:extLst>
              <a:ext uri="{FF2B5EF4-FFF2-40B4-BE49-F238E27FC236}">
                <a16:creationId xmlns:a16="http://schemas.microsoft.com/office/drawing/2014/main" id="{89C8D586-1ECD-4981-BED2-97336112C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4">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mputer script on a screen">
            <a:extLst>
              <a:ext uri="{FF2B5EF4-FFF2-40B4-BE49-F238E27FC236}">
                <a16:creationId xmlns:a16="http://schemas.microsoft.com/office/drawing/2014/main" id="{1F6F7D65-ED8D-4CD0-AE49-3D638DAD4079}"/>
              </a:ext>
            </a:extLst>
          </p:cNvPr>
          <p:cNvPicPr>
            <a:picLocks noChangeAspect="1"/>
          </p:cNvPicPr>
          <p:nvPr/>
        </p:nvPicPr>
        <p:blipFill rotWithShape="1">
          <a:blip r:embed="rId5"/>
          <a:srcRect l="590" r="40363" b="-1"/>
          <a:stretch/>
        </p:blipFill>
        <p:spPr>
          <a:xfrm>
            <a:off x="1" y="10"/>
            <a:ext cx="6066502" cy="6857989"/>
          </a:xfrm>
          <a:prstGeom prst="rect">
            <a:avLst/>
          </a:prstGeom>
        </p:spPr>
      </p:pic>
      <p:sp>
        <p:nvSpPr>
          <p:cNvPr id="2" name="TextBox 1">
            <a:extLst>
              <a:ext uri="{FF2B5EF4-FFF2-40B4-BE49-F238E27FC236}">
                <a16:creationId xmlns:a16="http://schemas.microsoft.com/office/drawing/2014/main" id="{FD7B5E65-340D-3C26-6DAD-4A2989FDEF8C}"/>
              </a:ext>
            </a:extLst>
          </p:cNvPr>
          <p:cNvSpPr txBox="1"/>
          <p:nvPr/>
        </p:nvSpPr>
        <p:spPr>
          <a:xfrm>
            <a:off x="6479458" y="1306399"/>
            <a:ext cx="5299585" cy="4050792"/>
          </a:xfrm>
          <a:prstGeom prst="rect">
            <a:avLst/>
          </a:prstGeom>
        </p:spPr>
        <p:txBody>
          <a:bodyPr vert="horz" lIns="91440" tIns="45720" rIns="91440" bIns="45720" rtlCol="0">
            <a:normAutofit/>
          </a:bodyPr>
          <a:lstStyle/>
          <a:p>
            <a:pPr indent="-182880" defTabSz="914400">
              <a:lnSpc>
                <a:spcPct val="90000"/>
              </a:lnSpc>
              <a:spcAft>
                <a:spcPts val="600"/>
              </a:spcAft>
              <a:buClr>
                <a:schemeClr val="accent1">
                  <a:lumMod val="75000"/>
                </a:schemeClr>
              </a:buClr>
              <a:buSzPct val="85000"/>
              <a:buFont typeface="Wingdings" pitchFamily="2" charset="2"/>
              <a:buChar char="§"/>
            </a:pPr>
            <a:r>
              <a:rPr lang="en-US" sz="2400" b="0" i="0" dirty="0">
                <a:effectLst/>
              </a:rPr>
              <a:t>Software Used:</a:t>
            </a:r>
          </a:p>
          <a:p>
            <a:pPr indent="-182880" defTabSz="914400">
              <a:lnSpc>
                <a:spcPct val="90000"/>
              </a:lnSpc>
              <a:spcAft>
                <a:spcPts val="600"/>
              </a:spcAft>
              <a:buClr>
                <a:schemeClr val="accent1">
                  <a:lumMod val="75000"/>
                </a:schemeClr>
              </a:buClr>
              <a:buSzPct val="85000"/>
              <a:buFont typeface="Wingdings" pitchFamily="2" charset="2"/>
              <a:buChar char="§"/>
            </a:pPr>
            <a:r>
              <a:rPr lang="en-US" sz="2000" b="1" i="0" dirty="0">
                <a:solidFill>
                  <a:schemeClr val="accent2">
                    <a:lumMod val="75000"/>
                  </a:schemeClr>
                </a:solidFill>
                <a:effectLst/>
              </a:rPr>
              <a:t>Installation and Code:</a:t>
            </a:r>
          </a:p>
          <a:p>
            <a:pPr indent="-182880" defTabSz="914400">
              <a:lnSpc>
                <a:spcPct val="90000"/>
              </a:lnSpc>
              <a:spcAft>
                <a:spcPts val="600"/>
              </a:spcAft>
              <a:buClr>
                <a:schemeClr val="accent1">
                  <a:lumMod val="75000"/>
                </a:schemeClr>
              </a:buClr>
              <a:buSzPct val="85000"/>
              <a:buFont typeface="Wingdings" pitchFamily="2" charset="2"/>
              <a:buChar char="§"/>
            </a:pPr>
            <a:endParaRPr lang="en-US" sz="1500" b="0" i="0" dirty="0">
              <a:effectLst/>
            </a:endParaRPr>
          </a:p>
          <a:p>
            <a:pPr indent="-182880" defTabSz="914400">
              <a:lnSpc>
                <a:spcPct val="90000"/>
              </a:lnSpc>
              <a:spcAft>
                <a:spcPts val="600"/>
              </a:spcAft>
              <a:buClr>
                <a:schemeClr val="accent1">
                  <a:lumMod val="75000"/>
                </a:schemeClr>
              </a:buClr>
              <a:buSzPct val="85000"/>
              <a:buFont typeface="Wingdings" pitchFamily="2" charset="2"/>
              <a:buChar char="§"/>
            </a:pPr>
            <a:r>
              <a:rPr lang="en-US" sz="1600" b="0" i="0" dirty="0">
                <a:effectLst/>
              </a:rPr>
              <a:t>We need one software to complete this Arduino  project. Arduino IDE. Download Software from the below links,</a:t>
            </a:r>
          </a:p>
          <a:p>
            <a:pPr indent="-182880" defTabSz="914400">
              <a:lnSpc>
                <a:spcPct val="90000"/>
              </a:lnSpc>
              <a:spcAft>
                <a:spcPts val="600"/>
              </a:spcAft>
              <a:buClr>
                <a:schemeClr val="accent1">
                  <a:lumMod val="75000"/>
                </a:schemeClr>
              </a:buClr>
              <a:buSzPct val="85000"/>
              <a:buFont typeface="Wingdings" pitchFamily="2" charset="2"/>
              <a:buChar char="§"/>
            </a:pPr>
            <a:endParaRPr lang="en-US" sz="1500" b="0" i="0" dirty="0">
              <a:effectLst/>
            </a:endParaRPr>
          </a:p>
          <a:p>
            <a:pPr indent="-182880" defTabSz="914400">
              <a:lnSpc>
                <a:spcPct val="90000"/>
              </a:lnSpc>
              <a:spcAft>
                <a:spcPts val="600"/>
              </a:spcAft>
              <a:buClr>
                <a:schemeClr val="accent1">
                  <a:lumMod val="75000"/>
                </a:schemeClr>
              </a:buClr>
              <a:buSzPct val="85000"/>
              <a:buFont typeface="Wingdings" pitchFamily="2" charset="2"/>
              <a:buChar char="§"/>
            </a:pPr>
            <a:r>
              <a:rPr lang="en-US" sz="1500" b="1" i="0" u="none" strike="noStrike" dirty="0">
                <a:effectLst/>
                <a:hlinkClick r:id="rId6"/>
              </a:rPr>
              <a:t>Arduino IDE 1.8.13</a:t>
            </a:r>
            <a:endParaRPr lang="en-US" sz="1500" b="0" i="0" dirty="0">
              <a:effectLst/>
            </a:endParaRPr>
          </a:p>
          <a:p>
            <a:pPr indent="-182880" defTabSz="914400">
              <a:lnSpc>
                <a:spcPct val="90000"/>
              </a:lnSpc>
              <a:spcAft>
                <a:spcPts val="600"/>
              </a:spcAft>
              <a:buClr>
                <a:schemeClr val="accent1">
                  <a:lumMod val="75000"/>
                </a:schemeClr>
              </a:buClr>
              <a:buSzPct val="85000"/>
              <a:buFont typeface="Wingdings" pitchFamily="2" charset="2"/>
              <a:buChar char="§"/>
            </a:pPr>
            <a:endParaRPr lang="en-US" sz="1500" b="0" i="0" dirty="0">
              <a:effectLst/>
            </a:endParaRPr>
          </a:p>
          <a:p>
            <a:pPr indent="-182880" defTabSz="914400">
              <a:lnSpc>
                <a:spcPct val="90000"/>
              </a:lnSpc>
              <a:spcAft>
                <a:spcPts val="600"/>
              </a:spcAft>
              <a:buClr>
                <a:schemeClr val="accent1">
                  <a:lumMod val="75000"/>
                </a:schemeClr>
              </a:buClr>
              <a:buSzPct val="85000"/>
              <a:buFont typeface="Wingdings" pitchFamily="2" charset="2"/>
              <a:buChar char="§"/>
            </a:pPr>
            <a:r>
              <a:rPr lang="en-US" sz="1600" b="0" i="0" dirty="0">
                <a:effectLst/>
              </a:rPr>
              <a:t>In this project, we are using one code: Arduino UNO</a:t>
            </a:r>
            <a:endParaRPr lang="en-US" sz="1500" dirty="0"/>
          </a:p>
        </p:txBody>
      </p:sp>
      <p:grpSp>
        <p:nvGrpSpPr>
          <p:cNvPr id="14" name="Group 13">
            <a:extLst>
              <a:ext uri="{FF2B5EF4-FFF2-40B4-BE49-F238E27FC236}">
                <a16:creationId xmlns:a16="http://schemas.microsoft.com/office/drawing/2014/main" id="{AF001A23-2767-4A31-BD30-56112DE95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C6BD30CE-7C6B-4C5B-8206-2A912062D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6" name="Oval 15">
              <a:extLst>
                <a:ext uri="{FF2B5EF4-FFF2-40B4-BE49-F238E27FC236}">
                  <a16:creationId xmlns:a16="http://schemas.microsoft.com/office/drawing/2014/main" id="{7FA45EC6-AD58-4CAF-846D-46D82B614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7886184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164</TotalTime>
  <Words>424</Words>
  <Application>Microsoft Office PowerPoint</Application>
  <PresentationFormat>Widescreen</PresentationFormat>
  <Paragraphs>41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Google Sans</vt:lpstr>
      <vt:lpstr>Rockwell</vt:lpstr>
      <vt:lpstr>Rockwell Condensed</vt:lpstr>
      <vt:lpstr>Rockwell Extra Bold</vt:lpstr>
      <vt:lpstr>Wingdings</vt:lpstr>
      <vt:lpstr>Wood Type</vt:lpstr>
      <vt:lpstr>Smart  blind-stick</vt:lpstr>
      <vt:lpstr>Introduction </vt:lpstr>
      <vt:lpstr>Motivation</vt:lpstr>
      <vt:lpstr>Proposed architecture diagram</vt:lpstr>
      <vt:lpstr>Hardware Used</vt:lpstr>
      <vt:lpstr>Arduino Uno:</vt:lpstr>
      <vt:lpstr>Jumper wires:</vt:lpstr>
      <vt:lpstr>Ultrasonic sensor  :</vt:lpstr>
      <vt:lpstr>Buzzer :</vt:lpstr>
      <vt:lpstr>Battery:</vt:lpstr>
      <vt:lpstr>PVC Pipe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Arduino radar project</dc:title>
  <dc:creator>Tanisha Dhoot</dc:creator>
  <cp:lastModifiedBy>Aditya Agrawal</cp:lastModifiedBy>
  <cp:revision>5</cp:revision>
  <dcterms:created xsi:type="dcterms:W3CDTF">2023-04-20T04:15:09Z</dcterms:created>
  <dcterms:modified xsi:type="dcterms:W3CDTF">2025-03-29T18:16:47Z</dcterms:modified>
</cp:coreProperties>
</file>